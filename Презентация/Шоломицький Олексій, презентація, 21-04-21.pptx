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1"/>
  </p:sldMasterIdLst>
  <p:notesMasterIdLst>
    <p:notesMasterId r:id="rId12"/>
  </p:notesMasterIdLst>
  <p:sldIdLst>
    <p:sldId id="256" r:id="rId2"/>
    <p:sldId id="257" r:id="rId3"/>
    <p:sldId id="280" r:id="rId4"/>
    <p:sldId id="287" r:id="rId5"/>
    <p:sldId id="288" r:id="rId6"/>
    <p:sldId id="286" r:id="rId7"/>
    <p:sldId id="285" r:id="rId8"/>
    <p:sldId id="282" r:id="rId9"/>
    <p:sldId id="283" r:id="rId10"/>
    <p:sldId id="284" r:id="rId11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4CC"/>
    <a:srgbClr val="03136A"/>
    <a:srgbClr val="35759D"/>
    <a:srgbClr val="35B19D"/>
    <a:srgbClr val="000000"/>
    <a:srgbClr val="FFFF00"/>
    <a:srgbClr val="B3D3EA"/>
    <a:srgbClr val="78A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0" autoAdjust="0"/>
    <p:restoredTop sz="95596" autoAdjust="0"/>
  </p:normalViewPr>
  <p:slideViewPr>
    <p:cSldViewPr>
      <p:cViewPr>
        <p:scale>
          <a:sx n="125" d="100"/>
          <a:sy n="125" d="100"/>
        </p:scale>
        <p:origin x="1290" y="-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64DFC8-0FD0-4153-94E0-06FFFD42A4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E47800E-D5C6-44FD-A6AF-123F4AF0B77D}">
      <dgm:prSet phldrT="[Текст]" custT="1"/>
      <dgm:spPr/>
      <dgm:t>
        <a:bodyPr/>
        <a:lstStyle/>
        <a:p>
          <a:r>
            <a:rPr lang="uk-UA" sz="3600" u="sng" dirty="0" smtClean="0"/>
            <a:t>Мета</a:t>
          </a:r>
          <a:endParaRPr lang="ru-RU" sz="3600" u="sng" dirty="0"/>
        </a:p>
      </dgm:t>
    </dgm:pt>
    <dgm:pt modelId="{BFBE91B2-DE3C-4FE3-AA83-601B362969D0}" type="parTrans" cxnId="{942CB9FC-B306-4487-9385-E947D6B88C19}">
      <dgm:prSet/>
      <dgm:spPr/>
      <dgm:t>
        <a:bodyPr/>
        <a:lstStyle/>
        <a:p>
          <a:endParaRPr lang="ru-RU"/>
        </a:p>
      </dgm:t>
    </dgm:pt>
    <dgm:pt modelId="{6A735483-68AF-43C7-A55B-13957F86B067}" type="sibTrans" cxnId="{942CB9FC-B306-4487-9385-E947D6B88C19}">
      <dgm:prSet/>
      <dgm:spPr/>
      <dgm:t>
        <a:bodyPr/>
        <a:lstStyle/>
        <a:p>
          <a:endParaRPr lang="ru-RU"/>
        </a:p>
      </dgm:t>
    </dgm:pt>
    <dgm:pt modelId="{DAC92DAE-FA3F-4AE2-A39C-B63FF83A8FC5}">
      <dgm:prSet phldrT="[Текст]"/>
      <dgm:spPr/>
      <dgm:t>
        <a:bodyPr/>
        <a:lstStyle/>
        <a:p>
          <a:r>
            <a:rPr lang="ru-RU" dirty="0" err="1" smtClean="0"/>
            <a:t>проаналізувати</a:t>
          </a:r>
          <a:r>
            <a:rPr lang="ru-RU" dirty="0" smtClean="0"/>
            <a:t> </a:t>
          </a:r>
          <a:r>
            <a:rPr lang="ru-RU" dirty="0" err="1" smtClean="0"/>
            <a:t>сучасні</a:t>
          </a:r>
          <a:r>
            <a:rPr lang="ru-RU" dirty="0" smtClean="0"/>
            <a:t> </a:t>
          </a:r>
          <a:r>
            <a:rPr lang="ru-RU" dirty="0" err="1" smtClean="0"/>
            <a:t>тенденції</a:t>
          </a:r>
          <a:r>
            <a:rPr lang="ru-RU" dirty="0" smtClean="0"/>
            <a:t> </a:t>
          </a:r>
          <a:r>
            <a:rPr lang="ru-RU" dirty="0" err="1" smtClean="0"/>
            <a:t>розвитку</a:t>
          </a:r>
          <a:r>
            <a:rPr lang="ru-RU" dirty="0" smtClean="0"/>
            <a:t> </a:t>
          </a:r>
          <a:r>
            <a:rPr lang="ru-RU" dirty="0" err="1" smtClean="0"/>
            <a:t>модульних</a:t>
          </a:r>
          <a:r>
            <a:rPr lang="ru-RU" dirty="0" smtClean="0"/>
            <a:t> </a:t>
          </a:r>
          <a:r>
            <a:rPr lang="ru-RU" dirty="0" err="1" smtClean="0"/>
            <a:t>верстатів</a:t>
          </a:r>
          <a:r>
            <a:rPr lang="ru-RU" dirty="0" smtClean="0"/>
            <a:t> та </a:t>
          </a:r>
          <a:r>
            <a:rPr lang="ru-RU" dirty="0" err="1" smtClean="0"/>
            <a:t>перевірити</a:t>
          </a:r>
          <a:r>
            <a:rPr lang="ru-RU" dirty="0" smtClean="0"/>
            <a:t> </a:t>
          </a:r>
          <a:r>
            <a:rPr lang="ru-RU" dirty="0" err="1" smtClean="0"/>
            <a:t>єфективність</a:t>
          </a:r>
          <a:r>
            <a:rPr lang="ru-RU" dirty="0" smtClean="0"/>
            <a:t> </a:t>
          </a:r>
          <a:r>
            <a:rPr lang="ru-RU" dirty="0" err="1" smtClean="0"/>
            <a:t>їх</a:t>
          </a:r>
          <a:r>
            <a:rPr lang="ru-RU" dirty="0" smtClean="0"/>
            <a:t> </a:t>
          </a:r>
          <a:r>
            <a:rPr lang="ru-RU" dirty="0" err="1" smtClean="0"/>
            <a:t>використання</a:t>
          </a:r>
          <a:r>
            <a:rPr lang="ru-RU" dirty="0" smtClean="0"/>
            <a:t> при </a:t>
          </a:r>
          <a:r>
            <a:rPr lang="ru-RU" dirty="0" err="1" smtClean="0"/>
            <a:t>механічному</a:t>
          </a:r>
          <a:r>
            <a:rPr lang="ru-RU" dirty="0" smtClean="0"/>
            <a:t> </a:t>
          </a:r>
          <a:r>
            <a:rPr lang="ru-RU" dirty="0" err="1" smtClean="0"/>
            <a:t>обробленні</a:t>
          </a:r>
          <a:r>
            <a:rPr lang="ru-RU" dirty="0" smtClean="0"/>
            <a:t> </a:t>
          </a:r>
          <a:r>
            <a:rPr lang="ru-RU" dirty="0" err="1" smtClean="0"/>
            <a:t>деталі</a:t>
          </a:r>
          <a:r>
            <a:rPr lang="ru-RU" dirty="0" smtClean="0"/>
            <a:t>.</a:t>
          </a:r>
          <a:endParaRPr lang="ru-RU" dirty="0"/>
        </a:p>
      </dgm:t>
    </dgm:pt>
    <dgm:pt modelId="{3FE913D9-9FDA-49E5-9F5F-FC1B17EF31C9}" type="parTrans" cxnId="{3183945D-F8C0-4508-A1BE-442032A5F1E7}">
      <dgm:prSet/>
      <dgm:spPr/>
      <dgm:t>
        <a:bodyPr/>
        <a:lstStyle/>
        <a:p>
          <a:endParaRPr lang="ru-RU"/>
        </a:p>
      </dgm:t>
    </dgm:pt>
    <dgm:pt modelId="{D737A457-2E6B-4497-8867-F7E1DCADE2B8}" type="sibTrans" cxnId="{3183945D-F8C0-4508-A1BE-442032A5F1E7}">
      <dgm:prSet/>
      <dgm:spPr/>
      <dgm:t>
        <a:bodyPr/>
        <a:lstStyle/>
        <a:p>
          <a:endParaRPr lang="ru-RU"/>
        </a:p>
      </dgm:t>
    </dgm:pt>
    <dgm:pt modelId="{86B188FB-C3CA-47F3-8616-92FC45737607}">
      <dgm:prSet phldrT="[Текст]" custT="1"/>
      <dgm:spPr/>
      <dgm:t>
        <a:bodyPr/>
        <a:lstStyle/>
        <a:p>
          <a:r>
            <a:rPr lang="uk-UA" sz="3600" u="sng" dirty="0" smtClean="0"/>
            <a:t>Задачі</a:t>
          </a:r>
          <a:endParaRPr lang="ru-RU" sz="3600" u="sng" dirty="0"/>
        </a:p>
      </dgm:t>
    </dgm:pt>
    <dgm:pt modelId="{337883C8-8E45-4746-86B0-B0707654DD32}" type="parTrans" cxnId="{AA0E2CD0-EFA2-48C2-A6A0-2B34872D9E71}">
      <dgm:prSet/>
      <dgm:spPr/>
      <dgm:t>
        <a:bodyPr/>
        <a:lstStyle/>
        <a:p>
          <a:endParaRPr lang="ru-RU"/>
        </a:p>
      </dgm:t>
    </dgm:pt>
    <dgm:pt modelId="{31417509-1935-4220-9E5C-721739BB6295}" type="sibTrans" cxnId="{AA0E2CD0-EFA2-48C2-A6A0-2B34872D9E71}">
      <dgm:prSet/>
      <dgm:spPr/>
      <dgm:t>
        <a:bodyPr/>
        <a:lstStyle/>
        <a:p>
          <a:endParaRPr lang="ru-RU"/>
        </a:p>
      </dgm:t>
    </dgm:pt>
    <dgm:pt modelId="{7F4CAC1A-42B4-452C-A412-D7BA0A4FA100}">
      <dgm:prSet phldrT="[Текст]"/>
      <dgm:spPr/>
      <dgm:t>
        <a:bodyPr/>
        <a:lstStyle/>
        <a:p>
          <a:r>
            <a:rPr lang="ru-RU" dirty="0" err="1" smtClean="0"/>
            <a:t>розробити</a:t>
          </a:r>
          <a:r>
            <a:rPr lang="ru-RU" dirty="0" smtClean="0"/>
            <a:t> </a:t>
          </a:r>
          <a:r>
            <a:rPr lang="ru-RU" dirty="0" err="1" smtClean="0"/>
            <a:t>просторову</a:t>
          </a:r>
          <a:r>
            <a:rPr lang="ru-RU" dirty="0" smtClean="0"/>
            <a:t> модель вертикально-фрезерного модуля.</a:t>
          </a:r>
          <a:endParaRPr lang="ru-RU" dirty="0"/>
        </a:p>
      </dgm:t>
    </dgm:pt>
    <dgm:pt modelId="{C2E7B1F0-1069-4CF9-BF96-9C112E1E5D15}" type="parTrans" cxnId="{8A9C1665-F36A-456B-8CE0-E7D6DACA91A8}">
      <dgm:prSet/>
      <dgm:spPr/>
      <dgm:t>
        <a:bodyPr/>
        <a:lstStyle/>
        <a:p>
          <a:endParaRPr lang="ru-RU"/>
        </a:p>
      </dgm:t>
    </dgm:pt>
    <dgm:pt modelId="{8C1EA6F4-CB9C-4CD5-B8E7-159C24D00954}" type="sibTrans" cxnId="{8A9C1665-F36A-456B-8CE0-E7D6DACA91A8}">
      <dgm:prSet/>
      <dgm:spPr/>
      <dgm:t>
        <a:bodyPr/>
        <a:lstStyle/>
        <a:p>
          <a:endParaRPr lang="ru-RU"/>
        </a:p>
      </dgm:t>
    </dgm:pt>
    <dgm:pt modelId="{FAF7DA13-7A53-4D35-890B-B497E807614C}">
      <dgm:prSet phldrT="[Текст]"/>
      <dgm:spPr/>
      <dgm:t>
        <a:bodyPr/>
        <a:lstStyle/>
        <a:p>
          <a:r>
            <a:rPr lang="ru-RU" dirty="0" err="1" smtClean="0"/>
            <a:t>розробити</a:t>
          </a:r>
          <a:r>
            <a:rPr lang="ru-RU" dirty="0" smtClean="0"/>
            <a:t> </a:t>
          </a:r>
          <a:r>
            <a:rPr lang="ru-RU" dirty="0" err="1" smtClean="0"/>
            <a:t>технологічну</a:t>
          </a:r>
          <a:r>
            <a:rPr lang="ru-RU" dirty="0" smtClean="0"/>
            <a:t> схему </a:t>
          </a:r>
          <a:r>
            <a:rPr lang="ru-RU" dirty="0" err="1" smtClean="0"/>
            <a:t>складання</a:t>
          </a:r>
          <a:r>
            <a:rPr lang="ru-RU" dirty="0" smtClean="0"/>
            <a:t>.</a:t>
          </a:r>
          <a:endParaRPr lang="ru-RU" dirty="0"/>
        </a:p>
      </dgm:t>
    </dgm:pt>
    <dgm:pt modelId="{C64ED22F-9400-47BF-A24A-6D2F67550325}" type="parTrans" cxnId="{19EC4825-3DD5-43B1-9B5E-5163A373209E}">
      <dgm:prSet/>
      <dgm:spPr/>
      <dgm:t>
        <a:bodyPr/>
        <a:lstStyle/>
        <a:p>
          <a:endParaRPr lang="ru-RU"/>
        </a:p>
      </dgm:t>
    </dgm:pt>
    <dgm:pt modelId="{BA1A0121-64AC-4537-B88E-D009FFD51B0C}" type="sibTrans" cxnId="{19EC4825-3DD5-43B1-9B5E-5163A373209E}">
      <dgm:prSet/>
      <dgm:spPr/>
      <dgm:t>
        <a:bodyPr/>
        <a:lstStyle/>
        <a:p>
          <a:endParaRPr lang="ru-RU"/>
        </a:p>
      </dgm:t>
    </dgm:pt>
    <dgm:pt modelId="{353BCCE1-E3E4-452E-81E2-E313DC01C10C}">
      <dgm:prSet phldrT="[Текст]"/>
      <dgm:spPr/>
      <dgm:t>
        <a:bodyPr/>
        <a:lstStyle/>
        <a:p>
          <a:r>
            <a:rPr lang="ru-RU" dirty="0" err="1" smtClean="0"/>
            <a:t>виконати</a:t>
          </a:r>
          <a:r>
            <a:rPr lang="ru-RU" dirty="0" smtClean="0"/>
            <a:t> </a:t>
          </a:r>
          <a:r>
            <a:rPr lang="ru-RU" dirty="0" err="1" smtClean="0"/>
            <a:t>складання</a:t>
          </a:r>
          <a:r>
            <a:rPr lang="ru-RU" dirty="0" smtClean="0"/>
            <a:t> вертикально-фрезерного модуля з комплекту деталей.</a:t>
          </a:r>
          <a:endParaRPr lang="ru-RU" dirty="0"/>
        </a:p>
      </dgm:t>
    </dgm:pt>
    <dgm:pt modelId="{2242DF8F-4741-453C-B991-639A8E5EE5D3}" type="parTrans" cxnId="{509C0941-0067-4E8D-93BC-F1EC2D5EDD57}">
      <dgm:prSet/>
      <dgm:spPr/>
      <dgm:t>
        <a:bodyPr/>
        <a:lstStyle/>
        <a:p>
          <a:endParaRPr lang="ru-RU"/>
        </a:p>
      </dgm:t>
    </dgm:pt>
    <dgm:pt modelId="{A187E2BE-AAF8-4896-BF16-23127129DB4D}" type="sibTrans" cxnId="{509C0941-0067-4E8D-93BC-F1EC2D5EDD57}">
      <dgm:prSet/>
      <dgm:spPr/>
      <dgm:t>
        <a:bodyPr/>
        <a:lstStyle/>
        <a:p>
          <a:endParaRPr lang="ru-RU"/>
        </a:p>
      </dgm:t>
    </dgm:pt>
    <dgm:pt modelId="{BC4AA4EC-25B1-4339-83AF-A985399B4362}" type="pres">
      <dgm:prSet presAssocID="{A264DFC8-0FD0-4153-94E0-06FFFD42A46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5A9719A-B4C8-4AF3-92ED-E60BA15BBA23}" type="pres">
      <dgm:prSet presAssocID="{1E47800E-D5C6-44FD-A6AF-123F4AF0B77D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B917E6-A5A1-42CC-80BC-350D1B5EA327}" type="pres">
      <dgm:prSet presAssocID="{1E47800E-D5C6-44FD-A6AF-123F4AF0B77D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7B20B7-BCCE-4B33-B5F3-D1A9617896CC}" type="pres">
      <dgm:prSet presAssocID="{86B188FB-C3CA-47F3-8616-92FC45737607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6F44D1-4F7F-4F60-A749-3FDC4A7D62D5}" type="pres">
      <dgm:prSet presAssocID="{86B188FB-C3CA-47F3-8616-92FC45737607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EABB7DC-4BDD-4A15-80F4-85E1C0C514C1}" type="presOf" srcId="{FAF7DA13-7A53-4D35-890B-B497E807614C}" destId="{486F44D1-4F7F-4F60-A749-3FDC4A7D62D5}" srcOrd="0" destOrd="1" presId="urn:microsoft.com/office/officeart/2005/8/layout/vList2"/>
    <dgm:cxn modelId="{8A9C1665-F36A-456B-8CE0-E7D6DACA91A8}" srcId="{86B188FB-C3CA-47F3-8616-92FC45737607}" destId="{7F4CAC1A-42B4-452C-A412-D7BA0A4FA100}" srcOrd="0" destOrd="0" parTransId="{C2E7B1F0-1069-4CF9-BF96-9C112E1E5D15}" sibTransId="{8C1EA6F4-CB9C-4CD5-B8E7-159C24D00954}"/>
    <dgm:cxn modelId="{0B638D9E-1746-46A4-BD1B-E5038D74E9BE}" type="presOf" srcId="{DAC92DAE-FA3F-4AE2-A39C-B63FF83A8FC5}" destId="{B7B917E6-A5A1-42CC-80BC-350D1B5EA327}" srcOrd="0" destOrd="0" presId="urn:microsoft.com/office/officeart/2005/8/layout/vList2"/>
    <dgm:cxn modelId="{FCD98C42-E3D4-455D-8091-96881263846D}" type="presOf" srcId="{86B188FB-C3CA-47F3-8616-92FC45737607}" destId="{A17B20B7-BCCE-4B33-B5F3-D1A9617896CC}" srcOrd="0" destOrd="0" presId="urn:microsoft.com/office/officeart/2005/8/layout/vList2"/>
    <dgm:cxn modelId="{3183945D-F8C0-4508-A1BE-442032A5F1E7}" srcId="{1E47800E-D5C6-44FD-A6AF-123F4AF0B77D}" destId="{DAC92DAE-FA3F-4AE2-A39C-B63FF83A8FC5}" srcOrd="0" destOrd="0" parTransId="{3FE913D9-9FDA-49E5-9F5F-FC1B17EF31C9}" sibTransId="{D737A457-2E6B-4497-8867-F7E1DCADE2B8}"/>
    <dgm:cxn modelId="{5241821B-98C1-4BB2-990A-7D4B44A82D93}" type="presOf" srcId="{1E47800E-D5C6-44FD-A6AF-123F4AF0B77D}" destId="{F5A9719A-B4C8-4AF3-92ED-E60BA15BBA23}" srcOrd="0" destOrd="0" presId="urn:microsoft.com/office/officeart/2005/8/layout/vList2"/>
    <dgm:cxn modelId="{AA0E2CD0-EFA2-48C2-A6A0-2B34872D9E71}" srcId="{A264DFC8-0FD0-4153-94E0-06FFFD42A46C}" destId="{86B188FB-C3CA-47F3-8616-92FC45737607}" srcOrd="1" destOrd="0" parTransId="{337883C8-8E45-4746-86B0-B0707654DD32}" sibTransId="{31417509-1935-4220-9E5C-721739BB6295}"/>
    <dgm:cxn modelId="{1B8CA6BA-D57A-4441-A675-CE84E0AE4961}" type="presOf" srcId="{A264DFC8-0FD0-4153-94E0-06FFFD42A46C}" destId="{BC4AA4EC-25B1-4339-83AF-A985399B4362}" srcOrd="0" destOrd="0" presId="urn:microsoft.com/office/officeart/2005/8/layout/vList2"/>
    <dgm:cxn modelId="{25D984C2-29C6-42DF-8926-A4DFA0392514}" type="presOf" srcId="{7F4CAC1A-42B4-452C-A412-D7BA0A4FA100}" destId="{486F44D1-4F7F-4F60-A749-3FDC4A7D62D5}" srcOrd="0" destOrd="0" presId="urn:microsoft.com/office/officeart/2005/8/layout/vList2"/>
    <dgm:cxn modelId="{509C0941-0067-4E8D-93BC-F1EC2D5EDD57}" srcId="{86B188FB-C3CA-47F3-8616-92FC45737607}" destId="{353BCCE1-E3E4-452E-81E2-E313DC01C10C}" srcOrd="2" destOrd="0" parTransId="{2242DF8F-4741-453C-B991-639A8E5EE5D3}" sibTransId="{A187E2BE-AAF8-4896-BF16-23127129DB4D}"/>
    <dgm:cxn modelId="{19EC4825-3DD5-43B1-9B5E-5163A373209E}" srcId="{86B188FB-C3CA-47F3-8616-92FC45737607}" destId="{FAF7DA13-7A53-4D35-890B-B497E807614C}" srcOrd="1" destOrd="0" parTransId="{C64ED22F-9400-47BF-A24A-6D2F67550325}" sibTransId="{BA1A0121-64AC-4537-B88E-D009FFD51B0C}"/>
    <dgm:cxn modelId="{942CB9FC-B306-4487-9385-E947D6B88C19}" srcId="{A264DFC8-0FD0-4153-94E0-06FFFD42A46C}" destId="{1E47800E-D5C6-44FD-A6AF-123F4AF0B77D}" srcOrd="0" destOrd="0" parTransId="{BFBE91B2-DE3C-4FE3-AA83-601B362969D0}" sibTransId="{6A735483-68AF-43C7-A55B-13957F86B067}"/>
    <dgm:cxn modelId="{48C6C759-32B5-4088-A5DD-AD0DCE3DC2EC}" type="presOf" srcId="{353BCCE1-E3E4-452E-81E2-E313DC01C10C}" destId="{486F44D1-4F7F-4F60-A749-3FDC4A7D62D5}" srcOrd="0" destOrd="2" presId="urn:microsoft.com/office/officeart/2005/8/layout/vList2"/>
    <dgm:cxn modelId="{18B8F054-35EF-4BC8-B550-F79FD9FE5146}" type="presParOf" srcId="{BC4AA4EC-25B1-4339-83AF-A985399B4362}" destId="{F5A9719A-B4C8-4AF3-92ED-E60BA15BBA23}" srcOrd="0" destOrd="0" presId="urn:microsoft.com/office/officeart/2005/8/layout/vList2"/>
    <dgm:cxn modelId="{20655403-D7AC-4CE4-9CA5-BD57A342F419}" type="presParOf" srcId="{BC4AA4EC-25B1-4339-83AF-A985399B4362}" destId="{B7B917E6-A5A1-42CC-80BC-350D1B5EA327}" srcOrd="1" destOrd="0" presId="urn:microsoft.com/office/officeart/2005/8/layout/vList2"/>
    <dgm:cxn modelId="{F1793E17-BD5C-4215-AF93-B23F8B61C511}" type="presParOf" srcId="{BC4AA4EC-25B1-4339-83AF-A985399B4362}" destId="{A17B20B7-BCCE-4B33-B5F3-D1A9617896CC}" srcOrd="2" destOrd="0" presId="urn:microsoft.com/office/officeart/2005/8/layout/vList2"/>
    <dgm:cxn modelId="{179AE7AB-13E2-4A05-B563-645F4D390B2A}" type="presParOf" srcId="{BC4AA4EC-25B1-4339-83AF-A985399B4362}" destId="{486F44D1-4F7F-4F60-A749-3FDC4A7D62D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FB86DF-04CF-4487-95DA-C2BB0413D51B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924AA7A-CC63-44C2-9B32-4CE4F8716D41}">
      <dgm:prSet phldrT="[Текст]"/>
      <dgm:spPr/>
      <dgm:t>
        <a:bodyPr/>
        <a:lstStyle/>
        <a:p>
          <a:r>
            <a:rPr lang="uk-UA" dirty="0" smtClean="0"/>
            <a:t>Можливість обробки під різними кутами</a:t>
          </a:r>
          <a:endParaRPr lang="ru-RU" dirty="0"/>
        </a:p>
      </dgm:t>
    </dgm:pt>
    <dgm:pt modelId="{C07B3DD6-2D96-4CF0-965D-498AE66508B7}" type="parTrans" cxnId="{ACA0220E-32CF-4FB4-8DE2-AA6A6FA15732}">
      <dgm:prSet/>
      <dgm:spPr/>
      <dgm:t>
        <a:bodyPr/>
        <a:lstStyle/>
        <a:p>
          <a:endParaRPr lang="ru-RU"/>
        </a:p>
      </dgm:t>
    </dgm:pt>
    <dgm:pt modelId="{A4A359B9-0E46-42C5-8350-B16465ED5973}" type="sibTrans" cxnId="{ACA0220E-32CF-4FB4-8DE2-AA6A6FA15732}">
      <dgm:prSet/>
      <dgm:spPr/>
      <dgm:t>
        <a:bodyPr/>
        <a:lstStyle/>
        <a:p>
          <a:endParaRPr lang="ru-RU"/>
        </a:p>
      </dgm:t>
    </dgm:pt>
    <dgm:pt modelId="{9A7B01A4-5D6F-4F84-987E-1F32BF66ACD7}">
      <dgm:prSet phldrT="[Текст]"/>
      <dgm:spPr/>
      <dgm:t>
        <a:bodyPr/>
        <a:lstStyle/>
        <a:p>
          <a:r>
            <a:rPr lang="uk-UA" dirty="0" smtClean="0"/>
            <a:t>Обробка пазів, конусів та інших подібних поверхонь</a:t>
          </a:r>
          <a:endParaRPr lang="ru-RU" dirty="0"/>
        </a:p>
      </dgm:t>
    </dgm:pt>
    <dgm:pt modelId="{5A2F0B6F-17E4-4E6F-8472-2D51085B8F50}" type="parTrans" cxnId="{0EE333FC-2C0A-4B11-B0AD-AB2D6C453083}">
      <dgm:prSet/>
      <dgm:spPr/>
      <dgm:t>
        <a:bodyPr/>
        <a:lstStyle/>
        <a:p>
          <a:endParaRPr lang="ru-RU"/>
        </a:p>
      </dgm:t>
    </dgm:pt>
    <dgm:pt modelId="{1F2BFB4D-5B33-4DA2-BD4B-6C227582E5EA}" type="sibTrans" cxnId="{0EE333FC-2C0A-4B11-B0AD-AB2D6C453083}">
      <dgm:prSet/>
      <dgm:spPr/>
      <dgm:t>
        <a:bodyPr/>
        <a:lstStyle/>
        <a:p>
          <a:endParaRPr lang="ru-RU"/>
        </a:p>
      </dgm:t>
    </dgm:pt>
    <dgm:pt modelId="{924E1F73-6BC6-4DF3-B53C-98783556725D}">
      <dgm:prSet/>
      <dgm:spPr/>
      <dgm:t>
        <a:bodyPr/>
        <a:lstStyle/>
        <a:p>
          <a:r>
            <a:rPr lang="uk-UA" dirty="0" smtClean="0"/>
            <a:t>Обробка інструментом, діаметром від 0,5 до 6 мм</a:t>
          </a:r>
          <a:endParaRPr lang="ru-RU" dirty="0"/>
        </a:p>
      </dgm:t>
    </dgm:pt>
    <dgm:pt modelId="{07974031-2BB4-4B1F-A825-F67B3E6645EA}" type="parTrans" cxnId="{83764BB5-6BD9-4D88-90F7-5409A975962B}">
      <dgm:prSet/>
      <dgm:spPr/>
      <dgm:t>
        <a:bodyPr/>
        <a:lstStyle/>
        <a:p>
          <a:endParaRPr lang="ru-RU"/>
        </a:p>
      </dgm:t>
    </dgm:pt>
    <dgm:pt modelId="{C947BFF9-F0D7-45F6-8D64-2B0B79AE682C}" type="sibTrans" cxnId="{83764BB5-6BD9-4D88-90F7-5409A975962B}">
      <dgm:prSet/>
      <dgm:spPr/>
      <dgm:t>
        <a:bodyPr/>
        <a:lstStyle/>
        <a:p>
          <a:endParaRPr lang="ru-RU"/>
        </a:p>
      </dgm:t>
    </dgm:pt>
    <dgm:pt modelId="{8B9B45B5-4B69-4DAD-BCE8-92C8EC296FF6}">
      <dgm:prSet/>
      <dgm:spPr/>
      <dgm:t>
        <a:bodyPr/>
        <a:lstStyle/>
        <a:p>
          <a:r>
            <a:rPr lang="uk-UA" dirty="0" smtClean="0"/>
            <a:t>Робоча площина: х = 145; у=32; </a:t>
          </a:r>
          <a:r>
            <a:rPr lang="en-US" dirty="0" smtClean="0"/>
            <a:t>z=32 </a:t>
          </a:r>
          <a:r>
            <a:rPr lang="uk-UA" dirty="0" smtClean="0"/>
            <a:t>мм;</a:t>
          </a:r>
          <a:endParaRPr lang="ru-RU" dirty="0"/>
        </a:p>
      </dgm:t>
    </dgm:pt>
    <dgm:pt modelId="{C08FAFE1-C4DD-4A6F-A1E0-F8DED4313652}" type="parTrans" cxnId="{3709A358-2B8F-4542-BFD7-D9B714CA49FE}">
      <dgm:prSet/>
      <dgm:spPr/>
      <dgm:t>
        <a:bodyPr/>
        <a:lstStyle/>
        <a:p>
          <a:endParaRPr lang="ru-RU"/>
        </a:p>
      </dgm:t>
    </dgm:pt>
    <dgm:pt modelId="{304448A8-D907-41F9-A2E2-AA9BD28355B6}" type="sibTrans" cxnId="{3709A358-2B8F-4542-BFD7-D9B714CA49FE}">
      <dgm:prSet/>
      <dgm:spPr/>
      <dgm:t>
        <a:bodyPr/>
        <a:lstStyle/>
        <a:p>
          <a:endParaRPr lang="ru-RU"/>
        </a:p>
      </dgm:t>
    </dgm:pt>
    <dgm:pt modelId="{297D2514-385F-467A-AA37-E4706FA82FFB}">
      <dgm:prSet/>
      <dgm:spPr/>
      <dgm:t>
        <a:bodyPr/>
        <a:lstStyle/>
        <a:p>
          <a:r>
            <a:rPr lang="ru-RU" dirty="0" err="1" smtClean="0"/>
            <a:t>Обробка</a:t>
          </a:r>
          <a:r>
            <a:rPr lang="ru-RU" dirty="0" smtClean="0"/>
            <a:t> заготовок з </a:t>
          </a:r>
          <a:r>
            <a:rPr lang="ru-RU" dirty="0" err="1" smtClean="0"/>
            <a:t>деревини</a:t>
          </a:r>
          <a:r>
            <a:rPr lang="ru-RU" dirty="0" smtClean="0"/>
            <a:t>, </a:t>
          </a:r>
          <a:r>
            <a:rPr lang="ru-RU" dirty="0" err="1" smtClean="0"/>
            <a:t>пластмас</a:t>
          </a:r>
          <a:r>
            <a:rPr lang="ru-RU" dirty="0" smtClean="0"/>
            <a:t> та </a:t>
          </a:r>
          <a:r>
            <a:rPr lang="ru-RU" dirty="0" err="1" smtClean="0"/>
            <a:t>металів</a:t>
          </a:r>
          <a:r>
            <a:rPr lang="ru-RU" dirty="0" smtClean="0"/>
            <a:t>, </a:t>
          </a:r>
          <a:r>
            <a:rPr lang="ru-RU" dirty="0" err="1" smtClean="0"/>
            <a:t>твердість</a:t>
          </a:r>
          <a:r>
            <a:rPr lang="ru-RU" dirty="0" smtClean="0"/>
            <a:t> </a:t>
          </a:r>
          <a:r>
            <a:rPr lang="ru-RU" dirty="0" err="1" smtClean="0"/>
            <a:t>яких</a:t>
          </a:r>
          <a:r>
            <a:rPr lang="ru-RU" dirty="0" smtClean="0"/>
            <a:t> не </a:t>
          </a:r>
          <a:r>
            <a:rPr lang="ru-RU" dirty="0" err="1" smtClean="0"/>
            <a:t>перевищую</a:t>
          </a:r>
          <a:r>
            <a:rPr lang="ru-RU" dirty="0" smtClean="0"/>
            <a:t> латунь</a:t>
          </a:r>
          <a:endParaRPr lang="ru-RU" dirty="0"/>
        </a:p>
      </dgm:t>
    </dgm:pt>
    <dgm:pt modelId="{54DBA37C-1885-4AD9-9E69-1E584DA80A64}" type="parTrans" cxnId="{04B6A45A-FE67-41C6-B6CA-1DF1C2082BFE}">
      <dgm:prSet/>
      <dgm:spPr/>
      <dgm:t>
        <a:bodyPr/>
        <a:lstStyle/>
        <a:p>
          <a:endParaRPr lang="ru-RU"/>
        </a:p>
      </dgm:t>
    </dgm:pt>
    <dgm:pt modelId="{301C2957-F75E-45CD-B621-069C902F65FD}" type="sibTrans" cxnId="{04B6A45A-FE67-41C6-B6CA-1DF1C2082BFE}">
      <dgm:prSet/>
      <dgm:spPr/>
      <dgm:t>
        <a:bodyPr/>
        <a:lstStyle/>
        <a:p>
          <a:endParaRPr lang="ru-RU"/>
        </a:p>
      </dgm:t>
    </dgm:pt>
    <dgm:pt modelId="{F19156AD-7893-4B43-A2F4-EBF79A06083D}">
      <dgm:prSet phldrT="[Текст]"/>
      <dgm:spPr/>
      <dgm:t>
        <a:bodyPr/>
        <a:lstStyle/>
        <a:p>
          <a:r>
            <a:rPr lang="en-US" dirty="0" smtClean="0"/>
            <a:t> </a:t>
          </a:r>
          <a:r>
            <a:rPr lang="uk-UA" dirty="0" err="1" smtClean="0"/>
            <a:t>Багатоосьова</a:t>
          </a:r>
          <a:r>
            <a:rPr lang="uk-UA" dirty="0" smtClean="0"/>
            <a:t> обробка (Х,</a:t>
          </a:r>
          <a:r>
            <a:rPr lang="en-US" dirty="0" smtClean="0"/>
            <a:t> Y, Z)</a:t>
          </a:r>
          <a:endParaRPr lang="ru-RU" dirty="0"/>
        </a:p>
      </dgm:t>
    </dgm:pt>
    <dgm:pt modelId="{20BCCD46-67F9-44C9-9659-473E02EBAC60}" type="sibTrans" cxnId="{0AD48851-2159-4CCE-8BFA-059A3CD7F992}">
      <dgm:prSet/>
      <dgm:spPr/>
      <dgm:t>
        <a:bodyPr/>
        <a:lstStyle/>
        <a:p>
          <a:endParaRPr lang="ru-RU"/>
        </a:p>
      </dgm:t>
    </dgm:pt>
    <dgm:pt modelId="{1AAAF003-2776-49C8-97F6-2FFDD48828FC}" type="parTrans" cxnId="{0AD48851-2159-4CCE-8BFA-059A3CD7F992}">
      <dgm:prSet/>
      <dgm:spPr/>
      <dgm:t>
        <a:bodyPr/>
        <a:lstStyle/>
        <a:p>
          <a:endParaRPr lang="ru-RU"/>
        </a:p>
      </dgm:t>
    </dgm:pt>
    <dgm:pt modelId="{A9AB65CB-FF9B-4B0B-A6E2-FD408EED1CAE}" type="pres">
      <dgm:prSet presAssocID="{E3FB86DF-04CF-4487-95DA-C2BB0413D51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71FBBCB9-2750-4B3A-9BA2-6FCD17E67A17}" type="pres">
      <dgm:prSet presAssocID="{E3FB86DF-04CF-4487-95DA-C2BB0413D51B}" presName="Name1" presStyleCnt="0"/>
      <dgm:spPr/>
    </dgm:pt>
    <dgm:pt modelId="{EA5B7D80-1D98-4C8B-BF44-5709C78A6A6F}" type="pres">
      <dgm:prSet presAssocID="{E3FB86DF-04CF-4487-95DA-C2BB0413D51B}" presName="cycle" presStyleCnt="0"/>
      <dgm:spPr/>
    </dgm:pt>
    <dgm:pt modelId="{F78356F9-443F-47C6-8558-2C2031FFB915}" type="pres">
      <dgm:prSet presAssocID="{E3FB86DF-04CF-4487-95DA-C2BB0413D51B}" presName="srcNode" presStyleLbl="node1" presStyleIdx="0" presStyleCnt="6"/>
      <dgm:spPr/>
    </dgm:pt>
    <dgm:pt modelId="{7492ED25-C777-495C-BDD0-D6724BADB079}" type="pres">
      <dgm:prSet presAssocID="{E3FB86DF-04CF-4487-95DA-C2BB0413D51B}" presName="conn" presStyleLbl="parChTrans1D2" presStyleIdx="0" presStyleCnt="1"/>
      <dgm:spPr/>
      <dgm:t>
        <a:bodyPr/>
        <a:lstStyle/>
        <a:p>
          <a:endParaRPr lang="ru-RU"/>
        </a:p>
      </dgm:t>
    </dgm:pt>
    <dgm:pt modelId="{9A6A3099-7A30-4B77-A3B0-3E3CC7FB6AE0}" type="pres">
      <dgm:prSet presAssocID="{E3FB86DF-04CF-4487-95DA-C2BB0413D51B}" presName="extraNode" presStyleLbl="node1" presStyleIdx="0" presStyleCnt="6"/>
      <dgm:spPr/>
    </dgm:pt>
    <dgm:pt modelId="{19B02F33-77D4-4B7C-9D6A-4111D98627BC}" type="pres">
      <dgm:prSet presAssocID="{E3FB86DF-04CF-4487-95DA-C2BB0413D51B}" presName="dstNode" presStyleLbl="node1" presStyleIdx="0" presStyleCnt="6"/>
      <dgm:spPr/>
    </dgm:pt>
    <dgm:pt modelId="{183A57CE-20CE-4944-9AA2-5676BCA73084}" type="pres">
      <dgm:prSet presAssocID="{F19156AD-7893-4B43-A2F4-EBF79A06083D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839E7B-26A1-4F32-BF6C-1791EE3B6D5E}" type="pres">
      <dgm:prSet presAssocID="{F19156AD-7893-4B43-A2F4-EBF79A06083D}" presName="accent_1" presStyleCnt="0"/>
      <dgm:spPr/>
    </dgm:pt>
    <dgm:pt modelId="{73A0AD7A-FA9B-443E-8DB1-4E7E929C807C}" type="pres">
      <dgm:prSet presAssocID="{F19156AD-7893-4B43-A2F4-EBF79A06083D}" presName="accentRepeatNode" presStyleLbl="solidFgAcc1" presStyleIdx="0" presStyleCnt="6" custScaleX="87231" custScaleY="6679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9E46CB4F-EE9D-42A6-BFA7-4A9AF79D5FC4}" type="pres">
      <dgm:prSet presAssocID="{297D2514-385F-467A-AA37-E4706FA82FFB}" presName="text_2" presStyleLbl="node1" presStyleIdx="1" presStyleCnt="6" custScaleX="99536" custScaleY="13953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77D3BF-24AB-4510-B80C-EDE3835909B7}" type="pres">
      <dgm:prSet presAssocID="{297D2514-385F-467A-AA37-E4706FA82FFB}" presName="accent_2" presStyleCnt="0"/>
      <dgm:spPr/>
    </dgm:pt>
    <dgm:pt modelId="{1F2B30E0-2896-4FBD-9061-4B5569479283}" type="pres">
      <dgm:prSet presAssocID="{297D2514-385F-467A-AA37-E4706FA82FFB}" presName="accentRepeatNode" presStyleLbl="solidFgAcc1" presStyleIdx="1" presStyleCnt="6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E9BD4BC5-5D93-451C-B840-E7444A04B0AF}" type="pres">
      <dgm:prSet presAssocID="{0924AA7A-CC63-44C2-9B32-4CE4F8716D41}" presName="text_3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D104F3D-608F-4ACF-8F89-909B2AA92E27}" type="pres">
      <dgm:prSet presAssocID="{0924AA7A-CC63-44C2-9B32-4CE4F8716D41}" presName="accent_3" presStyleCnt="0"/>
      <dgm:spPr/>
    </dgm:pt>
    <dgm:pt modelId="{67B768CA-EFE1-4952-88FA-7C0E2F428C2E}" type="pres">
      <dgm:prSet presAssocID="{0924AA7A-CC63-44C2-9B32-4CE4F8716D41}" presName="accentRepeatNode" presStyleLbl="solidFgAcc1" presStyleIdx="2" presStyleCnt="6" custScaleX="12829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FFB0720E-F9FD-425C-B287-7B2BFA6AC530}" type="pres">
      <dgm:prSet presAssocID="{9A7B01A4-5D6F-4F84-987E-1F32BF66ACD7}" presName="text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B0184F-999A-48CA-A9EC-E0BF810ABED2}" type="pres">
      <dgm:prSet presAssocID="{9A7B01A4-5D6F-4F84-987E-1F32BF66ACD7}" presName="accent_4" presStyleCnt="0"/>
      <dgm:spPr/>
    </dgm:pt>
    <dgm:pt modelId="{6F19D832-87F5-4AD5-9E5A-16C0049861BA}" type="pres">
      <dgm:prSet presAssocID="{9A7B01A4-5D6F-4F84-987E-1F32BF66ACD7}" presName="accentRepeatNode" presStyleLbl="solidFgAcc1" presStyleIdx="3" presStyleCnt="6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1BAB7301-7F33-4521-B969-48453BD325C3}" type="pres">
      <dgm:prSet presAssocID="{924E1F73-6BC6-4DF3-B53C-98783556725D}" presName="text_5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FF4AE2-0D65-4CE7-9BED-CFDAAB625777}" type="pres">
      <dgm:prSet presAssocID="{924E1F73-6BC6-4DF3-B53C-98783556725D}" presName="accent_5" presStyleCnt="0"/>
      <dgm:spPr/>
    </dgm:pt>
    <dgm:pt modelId="{36BBD3AF-5B9F-40BE-93F0-CC7697154852}" type="pres">
      <dgm:prSet presAssocID="{924E1F73-6BC6-4DF3-B53C-98783556725D}" presName="accentRepeatNode" presStyleLbl="solidFgAcc1" presStyleIdx="4" presStyleCnt="6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</dgm:pt>
    <dgm:pt modelId="{7EE5B979-E77B-4913-B2BD-81F32F5BB9C7}" type="pres">
      <dgm:prSet presAssocID="{8B9B45B5-4B69-4DAD-BCE8-92C8EC296FF6}" presName="text_6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F3D0EA-F062-48FF-A109-89F19D358A34}" type="pres">
      <dgm:prSet presAssocID="{8B9B45B5-4B69-4DAD-BCE8-92C8EC296FF6}" presName="accent_6" presStyleCnt="0"/>
      <dgm:spPr/>
    </dgm:pt>
    <dgm:pt modelId="{FC5FA0C8-E580-4E9F-8DC3-7A3A933073DC}" type="pres">
      <dgm:prSet presAssocID="{8B9B45B5-4B69-4DAD-BCE8-92C8EC296FF6}" presName="accentRepeatNode" presStyleLbl="solidFgAcc1" presStyleIdx="5" presStyleCnt="6"/>
      <dgm:spPr>
        <a:blipFill rotWithShape="0">
          <a:blip xmlns:r="http://schemas.openxmlformats.org/officeDocument/2006/relationships" r:embed="rId6"/>
          <a:stretch>
            <a:fillRect/>
          </a:stretch>
        </a:blipFill>
      </dgm:spPr>
    </dgm:pt>
  </dgm:ptLst>
  <dgm:cxnLst>
    <dgm:cxn modelId="{0EE333FC-2C0A-4B11-B0AD-AB2D6C453083}" srcId="{E3FB86DF-04CF-4487-95DA-C2BB0413D51B}" destId="{9A7B01A4-5D6F-4F84-987E-1F32BF66ACD7}" srcOrd="3" destOrd="0" parTransId="{5A2F0B6F-17E4-4E6F-8472-2D51085B8F50}" sibTransId="{1F2BFB4D-5B33-4DA2-BD4B-6C227582E5EA}"/>
    <dgm:cxn modelId="{3709A358-2B8F-4542-BFD7-D9B714CA49FE}" srcId="{E3FB86DF-04CF-4487-95DA-C2BB0413D51B}" destId="{8B9B45B5-4B69-4DAD-BCE8-92C8EC296FF6}" srcOrd="5" destOrd="0" parTransId="{C08FAFE1-C4DD-4A6F-A1E0-F8DED4313652}" sibTransId="{304448A8-D907-41F9-A2E2-AA9BD28355B6}"/>
    <dgm:cxn modelId="{008FD824-D34B-459B-8FC0-9642A0A498BC}" type="presOf" srcId="{20BCCD46-67F9-44C9-9659-473E02EBAC60}" destId="{7492ED25-C777-495C-BDD0-D6724BADB079}" srcOrd="0" destOrd="0" presId="urn:microsoft.com/office/officeart/2008/layout/VerticalCurvedList"/>
    <dgm:cxn modelId="{A7A077FB-4EBA-4049-9458-B0F0AC75EEFE}" type="presOf" srcId="{0924AA7A-CC63-44C2-9B32-4CE4F8716D41}" destId="{E9BD4BC5-5D93-451C-B840-E7444A04B0AF}" srcOrd="0" destOrd="0" presId="urn:microsoft.com/office/officeart/2008/layout/VerticalCurvedList"/>
    <dgm:cxn modelId="{83764BB5-6BD9-4D88-90F7-5409A975962B}" srcId="{E3FB86DF-04CF-4487-95DA-C2BB0413D51B}" destId="{924E1F73-6BC6-4DF3-B53C-98783556725D}" srcOrd="4" destOrd="0" parTransId="{07974031-2BB4-4B1F-A825-F67B3E6645EA}" sibTransId="{C947BFF9-F0D7-45F6-8D64-2B0B79AE682C}"/>
    <dgm:cxn modelId="{0AD48851-2159-4CCE-8BFA-059A3CD7F992}" srcId="{E3FB86DF-04CF-4487-95DA-C2BB0413D51B}" destId="{F19156AD-7893-4B43-A2F4-EBF79A06083D}" srcOrd="0" destOrd="0" parTransId="{1AAAF003-2776-49C8-97F6-2FFDD48828FC}" sibTransId="{20BCCD46-67F9-44C9-9659-473E02EBAC60}"/>
    <dgm:cxn modelId="{ACA0220E-32CF-4FB4-8DE2-AA6A6FA15732}" srcId="{E3FB86DF-04CF-4487-95DA-C2BB0413D51B}" destId="{0924AA7A-CC63-44C2-9B32-4CE4F8716D41}" srcOrd="2" destOrd="0" parTransId="{C07B3DD6-2D96-4CF0-965D-498AE66508B7}" sibTransId="{A4A359B9-0E46-42C5-8350-B16465ED5973}"/>
    <dgm:cxn modelId="{04B6A45A-FE67-41C6-B6CA-1DF1C2082BFE}" srcId="{E3FB86DF-04CF-4487-95DA-C2BB0413D51B}" destId="{297D2514-385F-467A-AA37-E4706FA82FFB}" srcOrd="1" destOrd="0" parTransId="{54DBA37C-1885-4AD9-9E69-1E584DA80A64}" sibTransId="{301C2957-F75E-45CD-B621-069C902F65FD}"/>
    <dgm:cxn modelId="{238F1F90-0067-4B3F-B0E8-3DD1664ACB5B}" type="presOf" srcId="{8B9B45B5-4B69-4DAD-BCE8-92C8EC296FF6}" destId="{7EE5B979-E77B-4913-B2BD-81F32F5BB9C7}" srcOrd="0" destOrd="0" presId="urn:microsoft.com/office/officeart/2008/layout/VerticalCurvedList"/>
    <dgm:cxn modelId="{CC955BB1-476D-448E-91B0-2DFB26DC357A}" type="presOf" srcId="{9A7B01A4-5D6F-4F84-987E-1F32BF66ACD7}" destId="{FFB0720E-F9FD-425C-B287-7B2BFA6AC530}" srcOrd="0" destOrd="0" presId="urn:microsoft.com/office/officeart/2008/layout/VerticalCurvedList"/>
    <dgm:cxn modelId="{53AD28D7-2BA8-4AB9-8280-96AE0EEC6606}" type="presOf" srcId="{297D2514-385F-467A-AA37-E4706FA82FFB}" destId="{9E46CB4F-EE9D-42A6-BFA7-4A9AF79D5FC4}" srcOrd="0" destOrd="0" presId="urn:microsoft.com/office/officeart/2008/layout/VerticalCurvedList"/>
    <dgm:cxn modelId="{3AA31E4F-D042-4B28-AC7E-715AC4A0606E}" type="presOf" srcId="{924E1F73-6BC6-4DF3-B53C-98783556725D}" destId="{1BAB7301-7F33-4521-B969-48453BD325C3}" srcOrd="0" destOrd="0" presId="urn:microsoft.com/office/officeart/2008/layout/VerticalCurvedList"/>
    <dgm:cxn modelId="{1F40210B-DC9C-4777-B1E5-61C4C22E3FB3}" type="presOf" srcId="{F19156AD-7893-4B43-A2F4-EBF79A06083D}" destId="{183A57CE-20CE-4944-9AA2-5676BCA73084}" srcOrd="0" destOrd="0" presId="urn:microsoft.com/office/officeart/2008/layout/VerticalCurvedList"/>
    <dgm:cxn modelId="{EBFA7882-1BD6-4247-977D-10A32903FC50}" type="presOf" srcId="{E3FB86DF-04CF-4487-95DA-C2BB0413D51B}" destId="{A9AB65CB-FF9B-4B0B-A6E2-FD408EED1CAE}" srcOrd="0" destOrd="0" presId="urn:microsoft.com/office/officeart/2008/layout/VerticalCurvedList"/>
    <dgm:cxn modelId="{46379EA0-41A5-4C99-BA4D-8B998B63C493}" type="presParOf" srcId="{A9AB65CB-FF9B-4B0B-A6E2-FD408EED1CAE}" destId="{71FBBCB9-2750-4B3A-9BA2-6FCD17E67A17}" srcOrd="0" destOrd="0" presId="urn:microsoft.com/office/officeart/2008/layout/VerticalCurvedList"/>
    <dgm:cxn modelId="{AC852902-BD7D-4DF8-AC20-18225B3F389C}" type="presParOf" srcId="{71FBBCB9-2750-4B3A-9BA2-6FCD17E67A17}" destId="{EA5B7D80-1D98-4C8B-BF44-5709C78A6A6F}" srcOrd="0" destOrd="0" presId="urn:microsoft.com/office/officeart/2008/layout/VerticalCurvedList"/>
    <dgm:cxn modelId="{7E71DAB1-F711-448A-B301-E23C9468B1CF}" type="presParOf" srcId="{EA5B7D80-1D98-4C8B-BF44-5709C78A6A6F}" destId="{F78356F9-443F-47C6-8558-2C2031FFB915}" srcOrd="0" destOrd="0" presId="urn:microsoft.com/office/officeart/2008/layout/VerticalCurvedList"/>
    <dgm:cxn modelId="{F8763DAB-F32A-4A9F-B356-C732FA7225CD}" type="presParOf" srcId="{EA5B7D80-1D98-4C8B-BF44-5709C78A6A6F}" destId="{7492ED25-C777-495C-BDD0-D6724BADB079}" srcOrd="1" destOrd="0" presId="urn:microsoft.com/office/officeart/2008/layout/VerticalCurvedList"/>
    <dgm:cxn modelId="{48DF4DDC-39C7-4830-97F5-D30F630E686C}" type="presParOf" srcId="{EA5B7D80-1D98-4C8B-BF44-5709C78A6A6F}" destId="{9A6A3099-7A30-4B77-A3B0-3E3CC7FB6AE0}" srcOrd="2" destOrd="0" presId="urn:microsoft.com/office/officeart/2008/layout/VerticalCurvedList"/>
    <dgm:cxn modelId="{C892AFE0-2751-4A54-9B1E-48CE2A786BDF}" type="presParOf" srcId="{EA5B7D80-1D98-4C8B-BF44-5709C78A6A6F}" destId="{19B02F33-77D4-4B7C-9D6A-4111D98627BC}" srcOrd="3" destOrd="0" presId="urn:microsoft.com/office/officeart/2008/layout/VerticalCurvedList"/>
    <dgm:cxn modelId="{247143EB-0F03-4B91-BB97-5472469B015E}" type="presParOf" srcId="{71FBBCB9-2750-4B3A-9BA2-6FCD17E67A17}" destId="{183A57CE-20CE-4944-9AA2-5676BCA73084}" srcOrd="1" destOrd="0" presId="urn:microsoft.com/office/officeart/2008/layout/VerticalCurvedList"/>
    <dgm:cxn modelId="{BA2A1C94-047F-4148-AB60-64DD353E885E}" type="presParOf" srcId="{71FBBCB9-2750-4B3A-9BA2-6FCD17E67A17}" destId="{26839E7B-26A1-4F32-BF6C-1791EE3B6D5E}" srcOrd="2" destOrd="0" presId="urn:microsoft.com/office/officeart/2008/layout/VerticalCurvedList"/>
    <dgm:cxn modelId="{96A2EBF7-26CB-435D-BF9B-63FFF3122DBC}" type="presParOf" srcId="{26839E7B-26A1-4F32-BF6C-1791EE3B6D5E}" destId="{73A0AD7A-FA9B-443E-8DB1-4E7E929C807C}" srcOrd="0" destOrd="0" presId="urn:microsoft.com/office/officeart/2008/layout/VerticalCurvedList"/>
    <dgm:cxn modelId="{EAEA18EA-1356-42D7-BAAC-F77762B976A4}" type="presParOf" srcId="{71FBBCB9-2750-4B3A-9BA2-6FCD17E67A17}" destId="{9E46CB4F-EE9D-42A6-BFA7-4A9AF79D5FC4}" srcOrd="3" destOrd="0" presId="urn:microsoft.com/office/officeart/2008/layout/VerticalCurvedList"/>
    <dgm:cxn modelId="{DCCDD0AB-339C-43B6-8E71-BAA45FAD6954}" type="presParOf" srcId="{71FBBCB9-2750-4B3A-9BA2-6FCD17E67A17}" destId="{B877D3BF-24AB-4510-B80C-EDE3835909B7}" srcOrd="4" destOrd="0" presId="urn:microsoft.com/office/officeart/2008/layout/VerticalCurvedList"/>
    <dgm:cxn modelId="{EB78F5B3-A253-4D43-BCEB-D6B5FB16C7D6}" type="presParOf" srcId="{B877D3BF-24AB-4510-B80C-EDE3835909B7}" destId="{1F2B30E0-2896-4FBD-9061-4B5569479283}" srcOrd="0" destOrd="0" presId="urn:microsoft.com/office/officeart/2008/layout/VerticalCurvedList"/>
    <dgm:cxn modelId="{D6B416FB-8529-4F44-A16A-CF9FBBB817D2}" type="presParOf" srcId="{71FBBCB9-2750-4B3A-9BA2-6FCD17E67A17}" destId="{E9BD4BC5-5D93-451C-B840-E7444A04B0AF}" srcOrd="5" destOrd="0" presId="urn:microsoft.com/office/officeart/2008/layout/VerticalCurvedList"/>
    <dgm:cxn modelId="{DCD90B82-0330-4756-A4E3-308CC56C2525}" type="presParOf" srcId="{71FBBCB9-2750-4B3A-9BA2-6FCD17E67A17}" destId="{5D104F3D-608F-4ACF-8F89-909B2AA92E27}" srcOrd="6" destOrd="0" presId="urn:microsoft.com/office/officeart/2008/layout/VerticalCurvedList"/>
    <dgm:cxn modelId="{4BF4DC5A-5FB2-49B7-B35D-F9160A67A481}" type="presParOf" srcId="{5D104F3D-608F-4ACF-8F89-909B2AA92E27}" destId="{67B768CA-EFE1-4952-88FA-7C0E2F428C2E}" srcOrd="0" destOrd="0" presId="urn:microsoft.com/office/officeart/2008/layout/VerticalCurvedList"/>
    <dgm:cxn modelId="{AD2CDC0A-EE2E-4324-9FF6-5907BAA66F29}" type="presParOf" srcId="{71FBBCB9-2750-4B3A-9BA2-6FCD17E67A17}" destId="{FFB0720E-F9FD-425C-B287-7B2BFA6AC530}" srcOrd="7" destOrd="0" presId="urn:microsoft.com/office/officeart/2008/layout/VerticalCurvedList"/>
    <dgm:cxn modelId="{416973FA-B29E-4667-A456-6E7D0ADCA15B}" type="presParOf" srcId="{71FBBCB9-2750-4B3A-9BA2-6FCD17E67A17}" destId="{07B0184F-999A-48CA-A9EC-E0BF810ABED2}" srcOrd="8" destOrd="0" presId="urn:microsoft.com/office/officeart/2008/layout/VerticalCurvedList"/>
    <dgm:cxn modelId="{C8676F02-67F2-4C60-AFFA-B5E816559DB1}" type="presParOf" srcId="{07B0184F-999A-48CA-A9EC-E0BF810ABED2}" destId="{6F19D832-87F5-4AD5-9E5A-16C0049861BA}" srcOrd="0" destOrd="0" presId="urn:microsoft.com/office/officeart/2008/layout/VerticalCurvedList"/>
    <dgm:cxn modelId="{DDC61B4B-9704-4172-A253-92F9421912FB}" type="presParOf" srcId="{71FBBCB9-2750-4B3A-9BA2-6FCD17E67A17}" destId="{1BAB7301-7F33-4521-B969-48453BD325C3}" srcOrd="9" destOrd="0" presId="urn:microsoft.com/office/officeart/2008/layout/VerticalCurvedList"/>
    <dgm:cxn modelId="{54E5BB71-D957-437E-BE1A-30BB0E66DF2E}" type="presParOf" srcId="{71FBBCB9-2750-4B3A-9BA2-6FCD17E67A17}" destId="{7EFF4AE2-0D65-4CE7-9BED-CFDAAB625777}" srcOrd="10" destOrd="0" presId="urn:microsoft.com/office/officeart/2008/layout/VerticalCurvedList"/>
    <dgm:cxn modelId="{BA08657B-428A-47B8-B651-D56E61155581}" type="presParOf" srcId="{7EFF4AE2-0D65-4CE7-9BED-CFDAAB625777}" destId="{36BBD3AF-5B9F-40BE-93F0-CC7697154852}" srcOrd="0" destOrd="0" presId="urn:microsoft.com/office/officeart/2008/layout/VerticalCurvedList"/>
    <dgm:cxn modelId="{56905E8E-6418-4193-9319-E90C1055E4A7}" type="presParOf" srcId="{71FBBCB9-2750-4B3A-9BA2-6FCD17E67A17}" destId="{7EE5B979-E77B-4913-B2BD-81F32F5BB9C7}" srcOrd="11" destOrd="0" presId="urn:microsoft.com/office/officeart/2008/layout/VerticalCurvedList"/>
    <dgm:cxn modelId="{2EAB0C13-C504-4E96-A107-FF567F5FF3C7}" type="presParOf" srcId="{71FBBCB9-2750-4B3A-9BA2-6FCD17E67A17}" destId="{1EF3D0EA-F062-48FF-A109-89F19D358A34}" srcOrd="12" destOrd="0" presId="urn:microsoft.com/office/officeart/2008/layout/VerticalCurvedList"/>
    <dgm:cxn modelId="{04D5F976-A5A5-4D62-A487-5F762CA6C269}" type="presParOf" srcId="{1EF3D0EA-F062-48FF-A109-89F19D358A34}" destId="{FC5FA0C8-E580-4E9F-8DC3-7A3A933073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D19978-9D5D-4AFE-8B48-F2B391FEAF3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0BE715-0F36-409E-B261-BD5FCCCA3F68}">
      <dgm:prSet custT="1"/>
      <dgm:spPr/>
      <dgm:t>
        <a:bodyPr/>
        <a:lstStyle/>
        <a:p>
          <a:r>
            <a:rPr lang="uk-UA" sz="1600" dirty="0" smtClean="0"/>
            <a:t>Модульні верстати на сьогодні мають широку номенклатуру застосування</a:t>
          </a:r>
          <a:endParaRPr lang="ru-RU" sz="1600" dirty="0"/>
        </a:p>
      </dgm:t>
    </dgm:pt>
    <dgm:pt modelId="{B1A843DF-CEE5-4B40-9DA3-FAA7902AAE07}" type="parTrans" cxnId="{0AF4AE21-0846-4CA4-9535-DC671722E663}">
      <dgm:prSet/>
      <dgm:spPr/>
      <dgm:t>
        <a:bodyPr/>
        <a:lstStyle/>
        <a:p>
          <a:endParaRPr lang="ru-RU"/>
        </a:p>
      </dgm:t>
    </dgm:pt>
    <dgm:pt modelId="{01E652F3-1C48-40FA-BDE8-E9392E90EFFE}" type="sibTrans" cxnId="{0AF4AE21-0846-4CA4-9535-DC671722E663}">
      <dgm:prSet/>
      <dgm:spPr/>
      <dgm:t>
        <a:bodyPr/>
        <a:lstStyle/>
        <a:p>
          <a:endParaRPr lang="ru-RU"/>
        </a:p>
      </dgm:t>
    </dgm:pt>
    <dgm:pt modelId="{1E15D33C-4639-4460-B522-86D0002F4C5D}">
      <dgm:prSet custT="1"/>
      <dgm:spPr/>
      <dgm:t>
        <a:bodyPr/>
        <a:lstStyle/>
        <a:p>
          <a:r>
            <a:rPr lang="uk-UA" sz="1600" dirty="0" smtClean="0"/>
            <a:t>Аналіз структури и проектування модульних верстатів – перспективний напрямок роботи</a:t>
          </a:r>
          <a:endParaRPr lang="ru-RU" sz="1600" dirty="0"/>
        </a:p>
      </dgm:t>
    </dgm:pt>
    <dgm:pt modelId="{42BD5005-00E6-468F-8AD5-CBDA2F5D0937}" type="parTrans" cxnId="{0698EA0C-D76F-415B-91D9-299B8CCCB2CA}">
      <dgm:prSet/>
      <dgm:spPr/>
      <dgm:t>
        <a:bodyPr/>
        <a:lstStyle/>
        <a:p>
          <a:endParaRPr lang="ru-RU"/>
        </a:p>
      </dgm:t>
    </dgm:pt>
    <dgm:pt modelId="{C42B0600-A6FD-462E-A423-3CC20F92EC1F}" type="sibTrans" cxnId="{0698EA0C-D76F-415B-91D9-299B8CCCB2CA}">
      <dgm:prSet/>
      <dgm:spPr/>
      <dgm:t>
        <a:bodyPr/>
        <a:lstStyle/>
        <a:p>
          <a:endParaRPr lang="ru-RU"/>
        </a:p>
      </dgm:t>
    </dgm:pt>
    <dgm:pt modelId="{EAB40683-A3C6-45D6-9266-A0471AB4783F}">
      <dgm:prSet custT="1"/>
      <dgm:spPr/>
      <dgm:t>
        <a:bodyPr/>
        <a:lstStyle/>
        <a:p>
          <a:r>
            <a:rPr lang="uk-UA" sz="1600" dirty="0" smtClean="0"/>
            <a:t>Шляхом тривимірного моделювання було спроектовану одну з компоновок модульного верстата</a:t>
          </a:r>
          <a:endParaRPr lang="ru-RU" sz="1600" dirty="0"/>
        </a:p>
      </dgm:t>
    </dgm:pt>
    <dgm:pt modelId="{768D363E-D264-46AF-9408-E96464EBAE3F}" type="parTrans" cxnId="{08B21C85-4AA2-49E4-87AD-9DE63962B124}">
      <dgm:prSet/>
      <dgm:spPr/>
      <dgm:t>
        <a:bodyPr/>
        <a:lstStyle/>
        <a:p>
          <a:endParaRPr lang="ru-RU"/>
        </a:p>
      </dgm:t>
    </dgm:pt>
    <dgm:pt modelId="{66EFEAC4-9590-42C9-87DF-58DF939CB535}" type="sibTrans" cxnId="{08B21C85-4AA2-49E4-87AD-9DE63962B124}">
      <dgm:prSet/>
      <dgm:spPr/>
      <dgm:t>
        <a:bodyPr/>
        <a:lstStyle/>
        <a:p>
          <a:endParaRPr lang="ru-RU"/>
        </a:p>
      </dgm:t>
    </dgm:pt>
    <dgm:pt modelId="{A5FEEE44-2674-4104-AB97-97B6BB4D0172}" type="pres">
      <dgm:prSet presAssocID="{04D19978-9D5D-4AFE-8B48-F2B391FEAF3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9C0ECD3-A91C-443E-B2C8-1DCEC2DD9C1B}" type="pres">
      <dgm:prSet presAssocID="{010BE715-0F36-409E-B261-BD5FCCCA3F68}" presName="parentLin" presStyleCnt="0"/>
      <dgm:spPr/>
    </dgm:pt>
    <dgm:pt modelId="{1835EE58-FCDF-4851-A776-BEFD2ED3734A}" type="pres">
      <dgm:prSet presAssocID="{010BE715-0F36-409E-B261-BD5FCCCA3F68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5D4A6421-C953-42D9-9EA5-B778F51721AB}" type="pres">
      <dgm:prSet presAssocID="{010BE715-0F36-409E-B261-BD5FCCCA3F68}" presName="parentText" presStyleLbl="node1" presStyleIdx="0" presStyleCnt="3" custLinFactX="5964" custLinFactNeighborX="100000" custLinFactNeighborY="7102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5B2C1B-5EFC-414A-B98C-676788E77EE7}" type="pres">
      <dgm:prSet presAssocID="{010BE715-0F36-409E-B261-BD5FCCCA3F68}" presName="negativeSpace" presStyleCnt="0"/>
      <dgm:spPr/>
    </dgm:pt>
    <dgm:pt modelId="{0E84CD6E-84BD-483C-9F65-80D072691421}" type="pres">
      <dgm:prSet presAssocID="{010BE715-0F36-409E-B261-BD5FCCCA3F68}" presName="childText" presStyleLbl="conFgAcc1" presStyleIdx="0" presStyleCnt="3" custScaleY="158461">
        <dgm:presLayoutVars>
          <dgm:bulletEnabled val="1"/>
        </dgm:presLayoutVars>
      </dgm:prSet>
      <dgm:spPr/>
    </dgm:pt>
    <dgm:pt modelId="{DDC223C6-748E-43A4-810F-09AC453D6CE7}" type="pres">
      <dgm:prSet presAssocID="{01E652F3-1C48-40FA-BDE8-E9392E90EFFE}" presName="spaceBetweenRectangles" presStyleCnt="0"/>
      <dgm:spPr/>
    </dgm:pt>
    <dgm:pt modelId="{CAA96D7F-BC30-4F78-AD5C-5B01E686DAE0}" type="pres">
      <dgm:prSet presAssocID="{1E15D33C-4639-4460-B522-86D0002F4C5D}" presName="parentLin" presStyleCnt="0"/>
      <dgm:spPr/>
    </dgm:pt>
    <dgm:pt modelId="{4A43F3A6-19EE-40FC-ADF9-37C6B32059B9}" type="pres">
      <dgm:prSet presAssocID="{1E15D33C-4639-4460-B522-86D0002F4C5D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0ED77195-B013-4D67-B0D4-1234EF8DB6F4}" type="pres">
      <dgm:prSet presAssocID="{1E15D33C-4639-4460-B522-86D0002F4C5D}" presName="parentText" presStyleLbl="node1" presStyleIdx="1" presStyleCnt="3" custLinFactX="7651" custLinFactNeighborX="100000" custLinFactNeighborY="6896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8EB5FE-C4BB-4B33-AB8A-B77779C82CE1}" type="pres">
      <dgm:prSet presAssocID="{1E15D33C-4639-4460-B522-86D0002F4C5D}" presName="negativeSpace" presStyleCnt="0"/>
      <dgm:spPr/>
    </dgm:pt>
    <dgm:pt modelId="{99898406-0478-4C46-B7EE-210B2C72045C}" type="pres">
      <dgm:prSet presAssocID="{1E15D33C-4639-4460-B522-86D0002F4C5D}" presName="childText" presStyleLbl="conFgAcc1" presStyleIdx="1" presStyleCnt="3" custScaleY="139657" custLinFactNeighborY="37038">
        <dgm:presLayoutVars>
          <dgm:bulletEnabled val="1"/>
        </dgm:presLayoutVars>
      </dgm:prSet>
      <dgm:spPr/>
    </dgm:pt>
    <dgm:pt modelId="{B25800A3-782F-41A1-8404-26A976536EE0}" type="pres">
      <dgm:prSet presAssocID="{C42B0600-A6FD-462E-A423-3CC20F92EC1F}" presName="spaceBetweenRectangles" presStyleCnt="0"/>
      <dgm:spPr/>
    </dgm:pt>
    <dgm:pt modelId="{E4C93F7F-4DAD-459C-BB52-613D7B2EB5D9}" type="pres">
      <dgm:prSet presAssocID="{EAB40683-A3C6-45D6-9266-A0471AB4783F}" presName="parentLin" presStyleCnt="0"/>
      <dgm:spPr/>
    </dgm:pt>
    <dgm:pt modelId="{973102D0-97D7-48E2-A6B2-4BD2BEA2BCE5}" type="pres">
      <dgm:prSet presAssocID="{EAB40683-A3C6-45D6-9266-A0471AB4783F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C6D88BD8-7CE2-46F7-87ED-197B8242C164}" type="pres">
      <dgm:prSet presAssocID="{EAB40683-A3C6-45D6-9266-A0471AB4783F}" presName="parentText" presStyleLbl="node1" presStyleIdx="2" presStyleCnt="3" custLinFactX="9339" custLinFactNeighborX="100000" custLinFactNeighborY="72358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0BE56B-C564-437E-93F0-B980ADFDA784}" type="pres">
      <dgm:prSet presAssocID="{EAB40683-A3C6-45D6-9266-A0471AB4783F}" presName="negativeSpace" presStyleCnt="0"/>
      <dgm:spPr/>
    </dgm:pt>
    <dgm:pt modelId="{E81A046E-4AB4-48AB-BC5D-6097EBF500BA}" type="pres">
      <dgm:prSet presAssocID="{EAB40683-A3C6-45D6-9266-A0471AB4783F}" presName="childText" presStyleLbl="conFgAcc1" presStyleIdx="2" presStyleCnt="3" custScaleY="176954">
        <dgm:presLayoutVars>
          <dgm:bulletEnabled val="1"/>
        </dgm:presLayoutVars>
      </dgm:prSet>
      <dgm:spPr/>
    </dgm:pt>
  </dgm:ptLst>
  <dgm:cxnLst>
    <dgm:cxn modelId="{0698EA0C-D76F-415B-91D9-299B8CCCB2CA}" srcId="{04D19978-9D5D-4AFE-8B48-F2B391FEAF32}" destId="{1E15D33C-4639-4460-B522-86D0002F4C5D}" srcOrd="1" destOrd="0" parTransId="{42BD5005-00E6-468F-8AD5-CBDA2F5D0937}" sibTransId="{C42B0600-A6FD-462E-A423-3CC20F92EC1F}"/>
    <dgm:cxn modelId="{0AF4AE21-0846-4CA4-9535-DC671722E663}" srcId="{04D19978-9D5D-4AFE-8B48-F2B391FEAF32}" destId="{010BE715-0F36-409E-B261-BD5FCCCA3F68}" srcOrd="0" destOrd="0" parTransId="{B1A843DF-CEE5-4B40-9DA3-FAA7902AAE07}" sibTransId="{01E652F3-1C48-40FA-BDE8-E9392E90EFFE}"/>
    <dgm:cxn modelId="{FA7CCFB2-A84F-4873-BC6C-93E4D65A9C78}" type="presOf" srcId="{010BE715-0F36-409E-B261-BD5FCCCA3F68}" destId="{1835EE58-FCDF-4851-A776-BEFD2ED3734A}" srcOrd="0" destOrd="0" presId="urn:microsoft.com/office/officeart/2005/8/layout/list1"/>
    <dgm:cxn modelId="{7D3399B7-015A-4A89-A0A4-AE2ADE4AB9EA}" type="presOf" srcId="{1E15D33C-4639-4460-B522-86D0002F4C5D}" destId="{4A43F3A6-19EE-40FC-ADF9-37C6B32059B9}" srcOrd="0" destOrd="0" presId="urn:microsoft.com/office/officeart/2005/8/layout/list1"/>
    <dgm:cxn modelId="{EEEB13FF-F293-4034-A56F-B16FE46CF0F6}" type="presOf" srcId="{010BE715-0F36-409E-B261-BD5FCCCA3F68}" destId="{5D4A6421-C953-42D9-9EA5-B778F51721AB}" srcOrd="1" destOrd="0" presId="urn:microsoft.com/office/officeart/2005/8/layout/list1"/>
    <dgm:cxn modelId="{3EACEB30-7CE3-4D8D-A3AE-469772C52C80}" type="presOf" srcId="{EAB40683-A3C6-45D6-9266-A0471AB4783F}" destId="{C6D88BD8-7CE2-46F7-87ED-197B8242C164}" srcOrd="1" destOrd="0" presId="urn:microsoft.com/office/officeart/2005/8/layout/list1"/>
    <dgm:cxn modelId="{04C18240-702E-4714-B289-3D51A0E1BA80}" type="presOf" srcId="{1E15D33C-4639-4460-B522-86D0002F4C5D}" destId="{0ED77195-B013-4D67-B0D4-1234EF8DB6F4}" srcOrd="1" destOrd="0" presId="urn:microsoft.com/office/officeart/2005/8/layout/list1"/>
    <dgm:cxn modelId="{EE9797B0-60EC-44AD-94C7-E99F8D4054FF}" type="presOf" srcId="{04D19978-9D5D-4AFE-8B48-F2B391FEAF32}" destId="{A5FEEE44-2674-4104-AB97-97B6BB4D0172}" srcOrd="0" destOrd="0" presId="urn:microsoft.com/office/officeart/2005/8/layout/list1"/>
    <dgm:cxn modelId="{3E055423-1761-4034-AF54-30C4C1758BED}" type="presOf" srcId="{EAB40683-A3C6-45D6-9266-A0471AB4783F}" destId="{973102D0-97D7-48E2-A6B2-4BD2BEA2BCE5}" srcOrd="0" destOrd="0" presId="urn:microsoft.com/office/officeart/2005/8/layout/list1"/>
    <dgm:cxn modelId="{08B21C85-4AA2-49E4-87AD-9DE63962B124}" srcId="{04D19978-9D5D-4AFE-8B48-F2B391FEAF32}" destId="{EAB40683-A3C6-45D6-9266-A0471AB4783F}" srcOrd="2" destOrd="0" parTransId="{768D363E-D264-46AF-9408-E96464EBAE3F}" sibTransId="{66EFEAC4-9590-42C9-87DF-58DF939CB535}"/>
    <dgm:cxn modelId="{35FD1497-E1C0-43C7-A3D8-181727D74AA6}" type="presParOf" srcId="{A5FEEE44-2674-4104-AB97-97B6BB4D0172}" destId="{C9C0ECD3-A91C-443E-B2C8-1DCEC2DD9C1B}" srcOrd="0" destOrd="0" presId="urn:microsoft.com/office/officeart/2005/8/layout/list1"/>
    <dgm:cxn modelId="{AC1F979E-3AFC-4D96-9959-8D7D825E6748}" type="presParOf" srcId="{C9C0ECD3-A91C-443E-B2C8-1DCEC2DD9C1B}" destId="{1835EE58-FCDF-4851-A776-BEFD2ED3734A}" srcOrd="0" destOrd="0" presId="urn:microsoft.com/office/officeart/2005/8/layout/list1"/>
    <dgm:cxn modelId="{B91E5320-826F-4658-A001-A7498D4A0936}" type="presParOf" srcId="{C9C0ECD3-A91C-443E-B2C8-1DCEC2DD9C1B}" destId="{5D4A6421-C953-42D9-9EA5-B778F51721AB}" srcOrd="1" destOrd="0" presId="urn:microsoft.com/office/officeart/2005/8/layout/list1"/>
    <dgm:cxn modelId="{617D6DA4-E4F6-4A0F-81B9-33DE41630CD2}" type="presParOf" srcId="{A5FEEE44-2674-4104-AB97-97B6BB4D0172}" destId="{645B2C1B-5EFC-414A-B98C-676788E77EE7}" srcOrd="1" destOrd="0" presId="urn:microsoft.com/office/officeart/2005/8/layout/list1"/>
    <dgm:cxn modelId="{5E7A869C-8A0C-47F8-87C5-661C1A5DA0E7}" type="presParOf" srcId="{A5FEEE44-2674-4104-AB97-97B6BB4D0172}" destId="{0E84CD6E-84BD-483C-9F65-80D072691421}" srcOrd="2" destOrd="0" presId="urn:microsoft.com/office/officeart/2005/8/layout/list1"/>
    <dgm:cxn modelId="{29A02E3B-75FB-4A0D-8CA8-8D14CB302D84}" type="presParOf" srcId="{A5FEEE44-2674-4104-AB97-97B6BB4D0172}" destId="{DDC223C6-748E-43A4-810F-09AC453D6CE7}" srcOrd="3" destOrd="0" presId="urn:microsoft.com/office/officeart/2005/8/layout/list1"/>
    <dgm:cxn modelId="{1792E5AC-C9E1-4E14-80D3-1D3845DB3ECB}" type="presParOf" srcId="{A5FEEE44-2674-4104-AB97-97B6BB4D0172}" destId="{CAA96D7F-BC30-4F78-AD5C-5B01E686DAE0}" srcOrd="4" destOrd="0" presId="urn:microsoft.com/office/officeart/2005/8/layout/list1"/>
    <dgm:cxn modelId="{F9A471DD-BC04-4DD5-84F4-F5FD42BB9712}" type="presParOf" srcId="{CAA96D7F-BC30-4F78-AD5C-5B01E686DAE0}" destId="{4A43F3A6-19EE-40FC-ADF9-37C6B32059B9}" srcOrd="0" destOrd="0" presId="urn:microsoft.com/office/officeart/2005/8/layout/list1"/>
    <dgm:cxn modelId="{CDEC19F9-40EB-4BC4-AA1B-AFCECEFA3598}" type="presParOf" srcId="{CAA96D7F-BC30-4F78-AD5C-5B01E686DAE0}" destId="{0ED77195-B013-4D67-B0D4-1234EF8DB6F4}" srcOrd="1" destOrd="0" presId="urn:microsoft.com/office/officeart/2005/8/layout/list1"/>
    <dgm:cxn modelId="{E84DC6F5-6B41-4230-AFF8-536D37C91C5D}" type="presParOf" srcId="{A5FEEE44-2674-4104-AB97-97B6BB4D0172}" destId="{1D8EB5FE-C4BB-4B33-AB8A-B77779C82CE1}" srcOrd="5" destOrd="0" presId="urn:microsoft.com/office/officeart/2005/8/layout/list1"/>
    <dgm:cxn modelId="{CBF3C0C3-9DA8-4B64-943E-707DDDD813D0}" type="presParOf" srcId="{A5FEEE44-2674-4104-AB97-97B6BB4D0172}" destId="{99898406-0478-4C46-B7EE-210B2C72045C}" srcOrd="6" destOrd="0" presId="urn:microsoft.com/office/officeart/2005/8/layout/list1"/>
    <dgm:cxn modelId="{1BF5CC21-1E8A-4B5C-873D-E71128D5487E}" type="presParOf" srcId="{A5FEEE44-2674-4104-AB97-97B6BB4D0172}" destId="{B25800A3-782F-41A1-8404-26A976536EE0}" srcOrd="7" destOrd="0" presId="urn:microsoft.com/office/officeart/2005/8/layout/list1"/>
    <dgm:cxn modelId="{77C1191A-00AF-4E91-A14E-E7A19B3488B3}" type="presParOf" srcId="{A5FEEE44-2674-4104-AB97-97B6BB4D0172}" destId="{E4C93F7F-4DAD-459C-BB52-613D7B2EB5D9}" srcOrd="8" destOrd="0" presId="urn:microsoft.com/office/officeart/2005/8/layout/list1"/>
    <dgm:cxn modelId="{47523D3F-09CF-4946-ABFF-E1967C4CC615}" type="presParOf" srcId="{E4C93F7F-4DAD-459C-BB52-613D7B2EB5D9}" destId="{973102D0-97D7-48E2-A6B2-4BD2BEA2BCE5}" srcOrd="0" destOrd="0" presId="urn:microsoft.com/office/officeart/2005/8/layout/list1"/>
    <dgm:cxn modelId="{055FB1D5-CA3A-494F-AA69-5EC927011B95}" type="presParOf" srcId="{E4C93F7F-4DAD-459C-BB52-613D7B2EB5D9}" destId="{C6D88BD8-7CE2-46F7-87ED-197B8242C164}" srcOrd="1" destOrd="0" presId="urn:microsoft.com/office/officeart/2005/8/layout/list1"/>
    <dgm:cxn modelId="{1F3EEED9-238E-47A3-82C4-31C9595AB825}" type="presParOf" srcId="{A5FEEE44-2674-4104-AB97-97B6BB4D0172}" destId="{080BE56B-C564-437E-93F0-B980ADFDA784}" srcOrd="9" destOrd="0" presId="urn:microsoft.com/office/officeart/2005/8/layout/list1"/>
    <dgm:cxn modelId="{9F29FF7B-0AA5-40E6-8522-3235E6383A17}" type="presParOf" srcId="{A5FEEE44-2674-4104-AB97-97B6BB4D0172}" destId="{E81A046E-4AB4-48AB-BC5D-6097EBF500B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9719A-B4C8-4AF3-92ED-E60BA15BBA23}">
      <dsp:nvSpPr>
        <dsp:cNvPr id="0" name=""/>
        <dsp:cNvSpPr/>
      </dsp:nvSpPr>
      <dsp:spPr>
        <a:xfrm>
          <a:off x="0" y="40142"/>
          <a:ext cx="60960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600" u="sng" kern="1200" dirty="0" smtClean="0"/>
            <a:t>Мета</a:t>
          </a:r>
          <a:endParaRPr lang="ru-RU" sz="3600" u="sng" kern="1200" dirty="0"/>
        </a:p>
      </dsp:txBody>
      <dsp:txXfrm>
        <a:off x="42036" y="82178"/>
        <a:ext cx="6011928" cy="777048"/>
      </dsp:txXfrm>
    </dsp:sp>
    <dsp:sp modelId="{B7B917E6-A5A1-42CC-80BC-350D1B5EA327}">
      <dsp:nvSpPr>
        <dsp:cNvPr id="0" name=""/>
        <dsp:cNvSpPr/>
      </dsp:nvSpPr>
      <dsp:spPr>
        <a:xfrm>
          <a:off x="0" y="901262"/>
          <a:ext cx="6096000" cy="833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err="1" smtClean="0"/>
            <a:t>проаналізувати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сучасні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тенденції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розвитку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модульних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верстатів</a:t>
          </a:r>
          <a:r>
            <a:rPr lang="ru-RU" sz="1800" kern="1200" dirty="0" smtClean="0"/>
            <a:t> та </a:t>
          </a:r>
          <a:r>
            <a:rPr lang="ru-RU" sz="1800" kern="1200" dirty="0" err="1" smtClean="0"/>
            <a:t>перевірити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єфективність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їх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використання</a:t>
          </a:r>
          <a:r>
            <a:rPr lang="ru-RU" sz="1800" kern="1200" dirty="0" smtClean="0"/>
            <a:t> при </a:t>
          </a:r>
          <a:r>
            <a:rPr lang="ru-RU" sz="1800" kern="1200" dirty="0" err="1" smtClean="0"/>
            <a:t>механічному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обробленні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деталі</a:t>
          </a:r>
          <a:r>
            <a:rPr lang="ru-RU" sz="1800" kern="1200" dirty="0" smtClean="0"/>
            <a:t>.</a:t>
          </a:r>
          <a:endParaRPr lang="ru-RU" sz="1800" kern="1200" dirty="0"/>
        </a:p>
      </dsp:txBody>
      <dsp:txXfrm>
        <a:off x="0" y="901262"/>
        <a:ext cx="6096000" cy="833175"/>
      </dsp:txXfrm>
    </dsp:sp>
    <dsp:sp modelId="{A17B20B7-BCCE-4B33-B5F3-D1A9617896CC}">
      <dsp:nvSpPr>
        <dsp:cNvPr id="0" name=""/>
        <dsp:cNvSpPr/>
      </dsp:nvSpPr>
      <dsp:spPr>
        <a:xfrm>
          <a:off x="0" y="1734437"/>
          <a:ext cx="6096000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600" u="sng" kern="1200" dirty="0" smtClean="0"/>
            <a:t>Задачі</a:t>
          </a:r>
          <a:endParaRPr lang="ru-RU" sz="3600" u="sng" kern="1200" dirty="0"/>
        </a:p>
      </dsp:txBody>
      <dsp:txXfrm>
        <a:off x="42036" y="1776473"/>
        <a:ext cx="6011928" cy="777048"/>
      </dsp:txXfrm>
    </dsp:sp>
    <dsp:sp modelId="{486F44D1-4F7F-4F60-A749-3FDC4A7D62D5}">
      <dsp:nvSpPr>
        <dsp:cNvPr id="0" name=""/>
        <dsp:cNvSpPr/>
      </dsp:nvSpPr>
      <dsp:spPr>
        <a:xfrm>
          <a:off x="0" y="2595557"/>
          <a:ext cx="6096000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err="1" smtClean="0"/>
            <a:t>розробити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просторову</a:t>
          </a:r>
          <a:r>
            <a:rPr lang="ru-RU" sz="1800" kern="1200" dirty="0" smtClean="0"/>
            <a:t> модель вертикально-фрезерного модуля.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err="1" smtClean="0"/>
            <a:t>розробити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технологічну</a:t>
          </a:r>
          <a:r>
            <a:rPr lang="ru-RU" sz="1800" kern="1200" dirty="0" smtClean="0"/>
            <a:t> схему </a:t>
          </a:r>
          <a:r>
            <a:rPr lang="ru-RU" sz="1800" kern="1200" dirty="0" err="1" smtClean="0"/>
            <a:t>складання</a:t>
          </a:r>
          <a:r>
            <a:rPr lang="ru-RU" sz="1800" kern="1200" dirty="0" smtClean="0"/>
            <a:t>.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err="1" smtClean="0"/>
            <a:t>виконати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складання</a:t>
          </a:r>
          <a:r>
            <a:rPr lang="ru-RU" sz="1800" kern="1200" dirty="0" smtClean="0"/>
            <a:t> вертикально-фрезерного модуля з комплекту деталей.</a:t>
          </a:r>
          <a:endParaRPr lang="ru-RU" sz="1800" kern="1200" dirty="0"/>
        </a:p>
      </dsp:txBody>
      <dsp:txXfrm>
        <a:off x="0" y="2595557"/>
        <a:ext cx="6096000" cy="1428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2ED25-C777-495C-BDD0-D6724BADB079}">
      <dsp:nvSpPr>
        <dsp:cNvPr id="0" name=""/>
        <dsp:cNvSpPr/>
      </dsp:nvSpPr>
      <dsp:spPr>
        <a:xfrm>
          <a:off x="-4594335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3A57CE-20CE-4944-9AA2-5676BCA73084}">
      <dsp:nvSpPr>
        <dsp:cNvPr id="0" name=""/>
        <dsp:cNvSpPr/>
      </dsp:nvSpPr>
      <dsp:spPr>
        <a:xfrm>
          <a:off x="328048" y="214010"/>
          <a:ext cx="7609652" cy="4278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612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 </a:t>
          </a:r>
          <a:r>
            <a:rPr lang="uk-UA" sz="1800" kern="1200" dirty="0" err="1" smtClean="0"/>
            <a:t>Багатоосьова</a:t>
          </a:r>
          <a:r>
            <a:rPr lang="uk-UA" sz="1800" kern="1200" dirty="0" smtClean="0"/>
            <a:t> обробка (Х,</a:t>
          </a:r>
          <a:r>
            <a:rPr lang="en-US" sz="1800" kern="1200" dirty="0" smtClean="0"/>
            <a:t> Y, Z)</a:t>
          </a:r>
          <a:endParaRPr lang="ru-RU" sz="1800" kern="1200" dirty="0"/>
        </a:p>
      </dsp:txBody>
      <dsp:txXfrm>
        <a:off x="328048" y="214010"/>
        <a:ext cx="7609652" cy="427857"/>
      </dsp:txXfrm>
    </dsp:sp>
    <dsp:sp modelId="{73A0AD7A-FA9B-443E-8DB1-4E7E929C807C}">
      <dsp:nvSpPr>
        <dsp:cNvPr id="0" name=""/>
        <dsp:cNvSpPr/>
      </dsp:nvSpPr>
      <dsp:spPr>
        <a:xfrm>
          <a:off x="94783" y="249316"/>
          <a:ext cx="466530" cy="357245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6CB4F-EE9D-42A6-BFA7-4A9AF79D5FC4}">
      <dsp:nvSpPr>
        <dsp:cNvPr id="0" name=""/>
        <dsp:cNvSpPr/>
      </dsp:nvSpPr>
      <dsp:spPr>
        <a:xfrm>
          <a:off x="696828" y="771136"/>
          <a:ext cx="7224034" cy="5970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612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/>
            <a:t>Обробка</a:t>
          </a:r>
          <a:r>
            <a:rPr lang="ru-RU" sz="1800" kern="1200" dirty="0" smtClean="0"/>
            <a:t> заготовок з </a:t>
          </a:r>
          <a:r>
            <a:rPr lang="ru-RU" sz="1800" kern="1200" dirty="0" err="1" smtClean="0"/>
            <a:t>деревини</a:t>
          </a:r>
          <a:r>
            <a:rPr lang="ru-RU" sz="1800" kern="1200" dirty="0" smtClean="0"/>
            <a:t>, </a:t>
          </a:r>
          <a:r>
            <a:rPr lang="ru-RU" sz="1800" kern="1200" dirty="0" err="1" smtClean="0"/>
            <a:t>пластмас</a:t>
          </a:r>
          <a:r>
            <a:rPr lang="ru-RU" sz="1800" kern="1200" dirty="0" smtClean="0"/>
            <a:t> та </a:t>
          </a:r>
          <a:r>
            <a:rPr lang="ru-RU" sz="1800" kern="1200" dirty="0" err="1" smtClean="0"/>
            <a:t>металів</a:t>
          </a:r>
          <a:r>
            <a:rPr lang="ru-RU" sz="1800" kern="1200" dirty="0" smtClean="0"/>
            <a:t>, </a:t>
          </a:r>
          <a:r>
            <a:rPr lang="ru-RU" sz="1800" kern="1200" dirty="0" err="1" smtClean="0"/>
            <a:t>твердість</a:t>
          </a:r>
          <a:r>
            <a:rPr lang="ru-RU" sz="1800" kern="1200" dirty="0" smtClean="0"/>
            <a:t> </a:t>
          </a:r>
          <a:r>
            <a:rPr lang="ru-RU" sz="1800" kern="1200" dirty="0" err="1" smtClean="0"/>
            <a:t>яких</a:t>
          </a:r>
          <a:r>
            <a:rPr lang="ru-RU" sz="1800" kern="1200" dirty="0" smtClean="0"/>
            <a:t> не </a:t>
          </a:r>
          <a:r>
            <a:rPr lang="ru-RU" sz="1800" kern="1200" dirty="0" err="1" smtClean="0"/>
            <a:t>перевищую</a:t>
          </a:r>
          <a:r>
            <a:rPr lang="ru-RU" sz="1800" kern="1200" dirty="0" smtClean="0"/>
            <a:t> латунь</a:t>
          </a:r>
          <a:endParaRPr lang="ru-RU" sz="1800" kern="1200" dirty="0"/>
        </a:p>
      </dsp:txBody>
      <dsp:txXfrm>
        <a:off x="696828" y="771136"/>
        <a:ext cx="7224034" cy="597015"/>
      </dsp:txXfrm>
    </dsp:sp>
    <dsp:sp modelId="{1F2B30E0-2896-4FBD-9061-4B5569479283}">
      <dsp:nvSpPr>
        <dsp:cNvPr id="0" name=""/>
        <dsp:cNvSpPr/>
      </dsp:nvSpPr>
      <dsp:spPr>
        <a:xfrm>
          <a:off x="412579" y="802233"/>
          <a:ext cx="534822" cy="534822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D4BC5-5D93-451C-B840-E7444A04B0AF}">
      <dsp:nvSpPr>
        <dsp:cNvPr id="0" name=""/>
        <dsp:cNvSpPr/>
      </dsp:nvSpPr>
      <dsp:spPr>
        <a:xfrm>
          <a:off x="840925" y="1497421"/>
          <a:ext cx="7096776" cy="4278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612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Можливість обробки під різними кутами</a:t>
          </a:r>
          <a:endParaRPr lang="ru-RU" sz="1800" kern="1200" dirty="0"/>
        </a:p>
      </dsp:txBody>
      <dsp:txXfrm>
        <a:off x="840925" y="1497421"/>
        <a:ext cx="7096776" cy="427857"/>
      </dsp:txXfrm>
    </dsp:sp>
    <dsp:sp modelId="{67B768CA-EFE1-4952-88FA-7C0E2F428C2E}">
      <dsp:nvSpPr>
        <dsp:cNvPr id="0" name=""/>
        <dsp:cNvSpPr/>
      </dsp:nvSpPr>
      <dsp:spPr>
        <a:xfrm>
          <a:off x="497852" y="1443939"/>
          <a:ext cx="686145" cy="534822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0720E-F9FD-425C-B287-7B2BFA6AC530}">
      <dsp:nvSpPr>
        <dsp:cNvPr id="0" name=""/>
        <dsp:cNvSpPr/>
      </dsp:nvSpPr>
      <dsp:spPr>
        <a:xfrm>
          <a:off x="840925" y="2138720"/>
          <a:ext cx="7096776" cy="4278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612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Обробка пазів, конусів та інших подібних поверхонь</a:t>
          </a:r>
          <a:endParaRPr lang="ru-RU" sz="1800" kern="1200" dirty="0"/>
        </a:p>
      </dsp:txBody>
      <dsp:txXfrm>
        <a:off x="840925" y="2138720"/>
        <a:ext cx="7096776" cy="427857"/>
      </dsp:txXfrm>
    </dsp:sp>
    <dsp:sp modelId="{6F19D832-87F5-4AD5-9E5A-16C0049861BA}">
      <dsp:nvSpPr>
        <dsp:cNvPr id="0" name=""/>
        <dsp:cNvSpPr/>
      </dsp:nvSpPr>
      <dsp:spPr>
        <a:xfrm>
          <a:off x="573514" y="2085238"/>
          <a:ext cx="534822" cy="534822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B7301-7F33-4521-B969-48453BD325C3}">
      <dsp:nvSpPr>
        <dsp:cNvPr id="0" name=""/>
        <dsp:cNvSpPr/>
      </dsp:nvSpPr>
      <dsp:spPr>
        <a:xfrm>
          <a:off x="679991" y="2780426"/>
          <a:ext cx="7257710" cy="4278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612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Обробка інструментом, діаметром від 0,5 до 6 мм</a:t>
          </a:r>
          <a:endParaRPr lang="ru-RU" sz="1800" kern="1200" dirty="0"/>
        </a:p>
      </dsp:txBody>
      <dsp:txXfrm>
        <a:off x="679991" y="2780426"/>
        <a:ext cx="7257710" cy="427857"/>
      </dsp:txXfrm>
    </dsp:sp>
    <dsp:sp modelId="{36BBD3AF-5B9F-40BE-93F0-CC7697154852}">
      <dsp:nvSpPr>
        <dsp:cNvPr id="0" name=""/>
        <dsp:cNvSpPr/>
      </dsp:nvSpPr>
      <dsp:spPr>
        <a:xfrm>
          <a:off x="412579" y="2726944"/>
          <a:ext cx="534822" cy="534822"/>
        </a:xfrm>
        <a:prstGeom prst="ellipse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5B979-E77B-4913-B2BD-81F32F5BB9C7}">
      <dsp:nvSpPr>
        <dsp:cNvPr id="0" name=""/>
        <dsp:cNvSpPr/>
      </dsp:nvSpPr>
      <dsp:spPr>
        <a:xfrm>
          <a:off x="328048" y="3422131"/>
          <a:ext cx="7609652" cy="4278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612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Робоча площина: х = 145; у=32; </a:t>
          </a:r>
          <a:r>
            <a:rPr lang="en-US" sz="1800" kern="1200" dirty="0" smtClean="0"/>
            <a:t>z=32 </a:t>
          </a:r>
          <a:r>
            <a:rPr lang="uk-UA" sz="1800" kern="1200" dirty="0" smtClean="0"/>
            <a:t>мм;</a:t>
          </a:r>
          <a:endParaRPr lang="ru-RU" sz="1800" kern="1200" dirty="0"/>
        </a:p>
      </dsp:txBody>
      <dsp:txXfrm>
        <a:off x="328048" y="3422131"/>
        <a:ext cx="7609652" cy="427857"/>
      </dsp:txXfrm>
    </dsp:sp>
    <dsp:sp modelId="{FC5FA0C8-E580-4E9F-8DC3-7A3A933073DC}">
      <dsp:nvSpPr>
        <dsp:cNvPr id="0" name=""/>
        <dsp:cNvSpPr/>
      </dsp:nvSpPr>
      <dsp:spPr>
        <a:xfrm>
          <a:off x="60637" y="3368649"/>
          <a:ext cx="534822" cy="534822"/>
        </a:xfrm>
        <a:prstGeom prst="ellipse">
          <a:avLst/>
        </a:prstGeom>
        <a:blipFill rotWithShape="0">
          <a:blip xmlns:r="http://schemas.openxmlformats.org/officeDocument/2006/relationships" r:embed="rId6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4CD6E-84BD-483C-9F65-80D072691421}">
      <dsp:nvSpPr>
        <dsp:cNvPr id="0" name=""/>
        <dsp:cNvSpPr/>
      </dsp:nvSpPr>
      <dsp:spPr>
        <a:xfrm>
          <a:off x="0" y="361301"/>
          <a:ext cx="6096000" cy="91843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A6421-C953-42D9-9EA5-B778F51721AB}">
      <dsp:nvSpPr>
        <dsp:cNvPr id="0" name=""/>
        <dsp:cNvSpPr/>
      </dsp:nvSpPr>
      <dsp:spPr>
        <a:xfrm>
          <a:off x="864095" y="504059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Модульні верстати на сьогодні мають широку номенклатуру застосування</a:t>
          </a:r>
          <a:endParaRPr lang="ru-RU" sz="1600" kern="1200" dirty="0"/>
        </a:p>
      </dsp:txBody>
      <dsp:txXfrm>
        <a:off x="897239" y="537203"/>
        <a:ext cx="4200912" cy="612672"/>
      </dsp:txXfrm>
    </dsp:sp>
    <dsp:sp modelId="{99898406-0478-4C46-B7EE-210B2C72045C}">
      <dsp:nvSpPr>
        <dsp:cNvPr id="0" name=""/>
        <dsp:cNvSpPr/>
      </dsp:nvSpPr>
      <dsp:spPr>
        <a:xfrm>
          <a:off x="0" y="1789422"/>
          <a:ext cx="6096000" cy="8094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77195-B013-4D67-B0D4-1234EF8DB6F4}">
      <dsp:nvSpPr>
        <dsp:cNvPr id="0" name=""/>
        <dsp:cNvSpPr/>
      </dsp:nvSpPr>
      <dsp:spPr>
        <a:xfrm>
          <a:off x="936083" y="1872206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Аналіз структури и проектування модульних верстатів – перспективний напрямок роботи</a:t>
          </a:r>
          <a:endParaRPr lang="ru-RU" sz="1600" kern="1200" dirty="0"/>
        </a:p>
      </dsp:txBody>
      <dsp:txXfrm>
        <a:off x="969227" y="1905350"/>
        <a:ext cx="4200912" cy="612672"/>
      </dsp:txXfrm>
    </dsp:sp>
    <dsp:sp modelId="{E81A046E-4AB4-48AB-BC5D-6097EBF500BA}">
      <dsp:nvSpPr>
        <dsp:cNvPr id="0" name=""/>
        <dsp:cNvSpPr/>
      </dsp:nvSpPr>
      <dsp:spPr>
        <a:xfrm>
          <a:off x="0" y="3016553"/>
          <a:ext cx="6096000" cy="1025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88BD8-7CE2-46F7-87ED-197B8242C164}">
      <dsp:nvSpPr>
        <dsp:cNvPr id="0" name=""/>
        <dsp:cNvSpPr/>
      </dsp:nvSpPr>
      <dsp:spPr>
        <a:xfrm>
          <a:off x="1008113" y="3168355"/>
          <a:ext cx="426720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Шляхом тривимірного моделювання було спроектовану одну з компоновок модульного верстата</a:t>
          </a:r>
          <a:endParaRPr lang="ru-RU" sz="1600" kern="1200" dirty="0"/>
        </a:p>
      </dsp:txBody>
      <dsp:txXfrm>
        <a:off x="1041257" y="3201499"/>
        <a:ext cx="4200912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FFA691-1D92-47AD-A641-51565120F5C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196A88-BAE7-4959-86B1-844352EE5B78}" type="slidenum">
              <a:rPr lang="en-US"/>
              <a:pPr/>
              <a:t>1</a:t>
            </a:fld>
            <a:endParaRPr 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CC1D26-11BC-42FB-B0D7-BBBF347AC607}" type="slidenum">
              <a:rPr lang="en-US"/>
              <a:pPr/>
              <a:t>2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CC1D26-11BC-42FB-B0D7-BBBF347AC607}" type="slidenum">
              <a:rPr lang="en-US"/>
              <a:pPr/>
              <a:t>3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16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D439B-130E-4F24-B0B0-AF0A8FEA1BC1}" type="slidenum">
              <a:rPr lang="en-US"/>
              <a:pPr/>
              <a:t>8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15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F66E-D43C-437E-9EA0-7E9BF26E8573}" type="datetime1">
              <a:rPr lang="ru-RU" smtClean="0"/>
              <a:t>22.04.2021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55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02243-B28A-4529-A9B8-1258C1890062}" type="datetime1">
              <a:rPr lang="ru-RU" smtClean="0"/>
              <a:t>22.04.2021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25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DB88-5B98-442F-88D8-5FA8274DE21F}" type="datetime1">
              <a:rPr lang="ru-RU" smtClean="0"/>
              <a:t>22.04.2021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94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A291-48D2-4545-944D-786E2FA21007}" type="datetime1">
              <a:rPr lang="ru-RU" smtClean="0"/>
              <a:t>22.04.2021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21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432B-D8CB-4073-8F44-1CBC05810A16}" type="datetime1">
              <a:rPr lang="ru-RU" smtClean="0"/>
              <a:t>22.04.2021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37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B21AF-4C31-432F-9732-09BFB9F75F0A}" type="datetime1">
              <a:rPr lang="ru-RU" smtClean="0"/>
              <a:t>22.04.2021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31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03A4-9DF0-4F7A-BFFD-B09D4F5EF5FF}" type="datetime1">
              <a:rPr lang="ru-RU" smtClean="0"/>
              <a:t>22.04.2021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87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16D248D-2AE1-4E05-838D-1861F2585856}" type="datetime1">
              <a:rPr lang="ru-RU" smtClean="0"/>
              <a:t>22.04.2021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29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27136-024D-40ED-88AF-6BCA9962F5A1}" type="datetime1">
              <a:rPr lang="ru-RU" smtClean="0"/>
              <a:t>22.04.2021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28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5CE94-6A2A-4E07-B8F8-DFF7867B290B}" type="datetime1">
              <a:rPr lang="ru-RU" smtClean="0"/>
              <a:t>22.04.2021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5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115B-5C78-46BF-8F7C-86B98D036BC9}" type="datetime1">
              <a:rPr lang="ru-RU" smtClean="0"/>
              <a:t>22.04.2021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08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3A5C06E-86BC-4007-A4D7-E64A28733CE0}" type="datetime1">
              <a:rPr lang="ru-RU" smtClean="0"/>
              <a:t>22.04.2021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2E20C4F-1312-48D8-85FD-3FE9E661907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82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1475656" y="721711"/>
            <a:ext cx="62103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k-UA" b="0" dirty="0"/>
              <a:t>Сумський державний університет</a:t>
            </a:r>
          </a:p>
          <a:p>
            <a:pPr algn="ctr" eaLnBrk="1" hangingPunct="1"/>
            <a:r>
              <a:rPr lang="uk-UA" sz="1600" b="0" dirty="0"/>
              <a:t>Факультет технічних систем та енергоефективних технологій</a:t>
            </a:r>
            <a:endParaRPr lang="ru-RU" sz="1600" b="0" dirty="0"/>
          </a:p>
        </p:txBody>
      </p:sp>
      <p:sp>
        <p:nvSpPr>
          <p:cNvPr id="10" name="Подзаголовок 2"/>
          <p:cNvSpPr>
            <a:spLocks/>
          </p:cNvSpPr>
          <p:nvPr/>
        </p:nvSpPr>
        <p:spPr bwMode="auto">
          <a:xfrm>
            <a:off x="277332" y="4003948"/>
            <a:ext cx="8359481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just">
              <a:spcBef>
                <a:spcPct val="20000"/>
              </a:spcBef>
              <a:buFont typeface="Arial" charset="0"/>
              <a:buNone/>
            </a:pPr>
            <a:r>
              <a:rPr lang="uk-UA" dirty="0">
                <a:cs typeface="Arial" panose="020B0604020202020204" pitchFamily="34" charset="0"/>
              </a:rPr>
              <a:t>Доповідач:</a:t>
            </a:r>
            <a:r>
              <a:rPr lang="en-US" dirty="0">
                <a:cs typeface="Arial" panose="020B0604020202020204" pitchFamily="34" charset="0"/>
              </a:rPr>
              <a:t>	</a:t>
            </a:r>
            <a:r>
              <a:rPr lang="en-US" dirty="0" smtClean="0">
                <a:cs typeface="Arial" panose="020B0604020202020204" pitchFamily="34" charset="0"/>
              </a:rPr>
              <a:t>	</a:t>
            </a:r>
            <a:r>
              <a:rPr lang="uk-UA" b="1" dirty="0" err="1" smtClean="0">
                <a:cs typeface="Arial" panose="020B0604020202020204" pitchFamily="34" charset="0"/>
              </a:rPr>
              <a:t>Шоломицький</a:t>
            </a:r>
            <a:r>
              <a:rPr lang="uk-UA" b="1" dirty="0" smtClean="0">
                <a:cs typeface="Arial" panose="020B0604020202020204" pitchFamily="34" charset="0"/>
              </a:rPr>
              <a:t> Олексій Леонідович</a:t>
            </a:r>
            <a:r>
              <a:rPr lang="uk-UA" dirty="0" smtClean="0">
                <a:cs typeface="Arial" panose="020B0604020202020204" pitchFamily="34" charset="0"/>
              </a:rPr>
              <a:t>, </a:t>
            </a:r>
            <a:r>
              <a:rPr lang="uk-UA" dirty="0">
                <a:cs typeface="Arial" panose="020B0604020202020204" pitchFamily="34" charset="0"/>
              </a:rPr>
              <a:t>студент</a:t>
            </a:r>
          </a:p>
          <a:p>
            <a:pPr>
              <a:spcBef>
                <a:spcPct val="20000"/>
              </a:spcBef>
              <a:buFont typeface="Arial" charset="0"/>
              <a:buNone/>
            </a:pPr>
            <a:r>
              <a:rPr lang="uk-UA" dirty="0">
                <a:cs typeface="Arial" panose="020B0604020202020204" pitchFamily="34" charset="0"/>
              </a:rPr>
              <a:t>                                                    </a:t>
            </a:r>
          </a:p>
          <a:p>
            <a:pPr algn="just"/>
            <a:r>
              <a:rPr lang="uk-UA" dirty="0">
                <a:cs typeface="Arial" panose="020B0604020202020204" pitchFamily="34" charset="0"/>
              </a:rPr>
              <a:t>Науковий керівник:</a:t>
            </a:r>
            <a:r>
              <a:rPr lang="en-US" dirty="0">
                <a:cs typeface="Arial" panose="020B0604020202020204" pitchFamily="34" charset="0"/>
              </a:rPr>
              <a:t>	</a:t>
            </a:r>
            <a:r>
              <a:rPr lang="uk-UA" b="1" dirty="0" smtClean="0">
                <a:cs typeface="Arial" panose="020B0604020202020204" pitchFamily="34" charset="0"/>
              </a:rPr>
              <a:t>Іванов Віталій </a:t>
            </a:r>
            <a:r>
              <a:rPr lang="uk-UA" b="1" dirty="0">
                <a:cs typeface="Arial" panose="020B0604020202020204" pitchFamily="34" charset="0"/>
              </a:rPr>
              <a:t>Олександрович</a:t>
            </a:r>
            <a:r>
              <a:rPr lang="uk-UA" dirty="0" smtClean="0">
                <a:cs typeface="Arial" panose="020B0604020202020204" pitchFamily="34" charset="0"/>
              </a:rPr>
              <a:t>,</a:t>
            </a:r>
            <a:r>
              <a:rPr lang="uk-UA" dirty="0">
                <a:cs typeface="Arial" pitchFamily="34" charset="0"/>
              </a:rPr>
              <a:t> доктор технічних наук, </a:t>
            </a:r>
            <a:r>
              <a:rPr lang="uk-UA" dirty="0" smtClean="0">
                <a:cs typeface="Arial" pitchFamily="34" charset="0"/>
              </a:rPr>
              <a:t>професор.</a:t>
            </a:r>
            <a:endParaRPr lang="ru-RU" dirty="0">
              <a:cs typeface="Arial" pitchFamily="34" charset="0"/>
            </a:endParaRPr>
          </a:p>
          <a:p>
            <a:pPr algn="just">
              <a:buFont typeface="Arial" charset="0"/>
              <a:buNone/>
            </a:pPr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charset="0"/>
              <a:buNone/>
            </a:pPr>
            <a:r>
              <a:rPr lang="uk-UA" dirty="0"/>
              <a:t>						</a:t>
            </a:r>
            <a:endParaRPr lang="uk-UA" b="0" dirty="0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570873" y="1521242"/>
            <a:ext cx="7772400" cy="194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4000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555776" y="2060848"/>
            <a:ext cx="4320480" cy="74389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Модульний верстат</a:t>
            </a:r>
            <a:endParaRPr lang="ru-RU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0"/>
            <a:ext cx="2157413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92696"/>
            <a:ext cx="8229600" cy="900000"/>
          </a:xfrm>
        </p:spPr>
        <p:txBody>
          <a:bodyPr/>
          <a:lstStyle/>
          <a:p>
            <a:pPr>
              <a:defRPr/>
            </a:pPr>
            <a:r>
              <a:rPr lang="uk-UA" dirty="0"/>
              <a:t>Мета та задачі дослідження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2</a:t>
            </a:fld>
            <a:endParaRPr lang="ru-RU"/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471467849"/>
              </p:ext>
            </p:extLst>
          </p:nvPr>
        </p:nvGraphicFramePr>
        <p:xfrm>
          <a:off x="773469" y="184482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764704"/>
            <a:ext cx="8229600" cy="9000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uk-UA" sz="3600" dirty="0" smtClean="0"/>
              <a:t>Приклад проектування верстату на основі широкої номенклатури </a:t>
            </a:r>
            <a:endParaRPr lang="ru-RU" sz="3600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9752" y="1805859"/>
            <a:ext cx="4320480" cy="35115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611560" y="5458608"/>
            <a:ext cx="8229600" cy="90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uk-UA" sz="2400" dirty="0" smtClean="0">
                <a:latin typeface="+mn-lt"/>
              </a:rPr>
              <a:t>Базова компоновка і набір можливих модулів</a:t>
            </a:r>
            <a:br>
              <a:rPr lang="uk-UA" sz="2400" dirty="0" smtClean="0">
                <a:latin typeface="+mn-lt"/>
              </a:rPr>
            </a:br>
            <a:r>
              <a:rPr lang="uk-UA" sz="2400" dirty="0" smtClean="0">
                <a:latin typeface="+mn-lt"/>
              </a:rPr>
              <a:t>для токарного багатоцільового верстату з ЧПК фірми</a:t>
            </a:r>
            <a:r>
              <a:rPr lang="en-US" sz="2400" dirty="0" smtClean="0">
                <a:latin typeface="+mn-lt"/>
              </a:rPr>
              <a:t> </a:t>
            </a:r>
            <a:r>
              <a:rPr lang="en-US" sz="2400" dirty="0" err="1" smtClean="0">
                <a:latin typeface="+mn-lt"/>
              </a:rPr>
              <a:t>Schaublin</a:t>
            </a:r>
            <a:r>
              <a:rPr lang="en-US" sz="2400" dirty="0" smtClean="0">
                <a:latin typeface="+mn-lt"/>
              </a:rPr>
              <a:t>(</a:t>
            </a:r>
            <a:r>
              <a:rPr lang="uk-UA" sz="2400" dirty="0" smtClean="0">
                <a:latin typeface="+mn-lt"/>
              </a:rPr>
              <a:t>Швейцарія) </a:t>
            </a:r>
            <a:endParaRPr lang="ru-RU" sz="2400" dirty="0">
              <a:latin typeface="+mn-lt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1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4</a:t>
            </a:fld>
            <a:endParaRPr lang="ru-RU"/>
          </a:p>
        </p:txBody>
      </p:sp>
      <p:sp>
        <p:nvSpPr>
          <p:cNvPr id="3" name="Заголовок 7"/>
          <p:cNvSpPr txBox="1">
            <a:spLocks/>
          </p:cNvSpPr>
          <p:nvPr/>
        </p:nvSpPr>
        <p:spPr>
          <a:xfrm>
            <a:off x="3851920" y="131019"/>
            <a:ext cx="5616624" cy="7163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3200" dirty="0" smtClean="0"/>
              <a:t>Параметри основних елементів комплекту</a:t>
            </a:r>
            <a:endParaRPr lang="ru-RU" sz="3200" dirty="0"/>
          </a:p>
        </p:txBody>
      </p:sp>
      <p:pic>
        <p:nvPicPr>
          <p:cNvPr id="4" name="Объект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3068960"/>
            <a:ext cx="5171691" cy="3168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164332"/>
              </p:ext>
            </p:extLst>
          </p:nvPr>
        </p:nvGraphicFramePr>
        <p:xfrm>
          <a:off x="4211960" y="847324"/>
          <a:ext cx="4716522" cy="1875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883">
                  <a:extLst>
                    <a:ext uri="{9D8B030D-6E8A-4147-A177-3AD203B41FA5}">
                      <a16:colId xmlns:a16="http://schemas.microsoft.com/office/drawing/2014/main" val="1884121176"/>
                    </a:ext>
                  </a:extLst>
                </a:gridCol>
                <a:gridCol w="1139883">
                  <a:extLst>
                    <a:ext uri="{9D8B030D-6E8A-4147-A177-3AD203B41FA5}">
                      <a16:colId xmlns:a16="http://schemas.microsoft.com/office/drawing/2014/main" val="4115108454"/>
                    </a:ext>
                  </a:extLst>
                </a:gridCol>
                <a:gridCol w="1313447">
                  <a:extLst>
                    <a:ext uri="{9D8B030D-6E8A-4147-A177-3AD203B41FA5}">
                      <a16:colId xmlns:a16="http://schemas.microsoft.com/office/drawing/2014/main" val="4090921584"/>
                    </a:ext>
                  </a:extLst>
                </a:gridCol>
                <a:gridCol w="1123309">
                  <a:extLst>
                    <a:ext uri="{9D8B030D-6E8A-4147-A177-3AD203B41FA5}">
                      <a16:colId xmlns:a16="http://schemas.microsoft.com/office/drawing/2014/main" val="3480177185"/>
                    </a:ext>
                  </a:extLst>
                </a:gridCol>
              </a:tblGrid>
              <a:tr h="869306">
                <a:tc>
                  <a:txBody>
                    <a:bodyPr/>
                    <a:lstStyle/>
                    <a:p>
                      <a:pPr algn="ctr"/>
                      <a:r>
                        <a:rPr lang="uk-UA" sz="1200" dirty="0" smtClean="0">
                          <a:latin typeface="+mn-lt"/>
                        </a:rPr>
                        <a:t>Робоча напруга</a:t>
                      </a:r>
                    </a:p>
                    <a:p>
                      <a:pPr algn="ctr"/>
                      <a:r>
                        <a:rPr lang="uk-UA" sz="1200" dirty="0" smtClean="0">
                          <a:latin typeface="+mn-lt"/>
                        </a:rPr>
                        <a:t>верстату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dirty="0" smtClean="0">
                          <a:latin typeface="+mn-lt"/>
                        </a:rPr>
                        <a:t>Потужність</a:t>
                      </a:r>
                      <a:r>
                        <a:rPr lang="uk-UA" sz="1200" baseline="0" dirty="0" smtClean="0">
                          <a:latin typeface="+mn-lt"/>
                        </a:rPr>
                        <a:t> приводу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200" dirty="0" smtClean="0"/>
                        <a:t>Максимальний діаметр обробки</a:t>
                      </a:r>
                      <a:endParaRPr lang="ru-RU" sz="1200" dirty="0" smtClean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dirty="0" smtClean="0"/>
                        <a:t>Частота обертання токарного/</a:t>
                      </a:r>
                      <a:br>
                        <a:rPr lang="uk-UA" sz="1200" dirty="0" smtClean="0"/>
                      </a:br>
                      <a:r>
                        <a:rPr lang="uk-UA" sz="1200" dirty="0" smtClean="0"/>
                        <a:t>фрезерного</a:t>
                      </a:r>
                      <a:r>
                        <a:rPr lang="uk-UA" sz="1200" baseline="0" dirty="0" smtClean="0"/>
                        <a:t> </a:t>
                      </a:r>
                      <a:br>
                        <a:rPr lang="uk-UA" sz="1200" baseline="0" dirty="0" smtClean="0"/>
                      </a:br>
                      <a:r>
                        <a:rPr lang="uk-UA" sz="1200" baseline="0" dirty="0" err="1" smtClean="0"/>
                        <a:t>шпінделів</a:t>
                      </a:r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25753"/>
                  </a:ext>
                </a:extLst>
              </a:tr>
              <a:tr h="869306">
                <a:tc>
                  <a:txBody>
                    <a:bodyPr/>
                    <a:lstStyle/>
                    <a:p>
                      <a:pPr algn="ctr"/>
                      <a:r>
                        <a:rPr lang="uk-UA" sz="1200" dirty="0" smtClean="0"/>
                        <a:t>12В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200" dirty="0" smtClean="0"/>
                        <a:t>35Вт</a:t>
                      </a:r>
                      <a:endParaRPr lang="ru-RU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dirty="0" smtClean="0"/>
                        <a:t>50 мм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dirty="0" smtClean="0"/>
                        <a:t>2000/6000 об/хв</a:t>
                      </a:r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553780"/>
                  </a:ext>
                </a:extLst>
              </a:tr>
            </a:tbl>
          </a:graphicData>
        </a:graphic>
      </p:graphicFrame>
      <p:sp>
        <p:nvSpPr>
          <p:cNvPr id="7" name="Заголовок 7"/>
          <p:cNvSpPr txBox="1">
            <a:spLocks/>
          </p:cNvSpPr>
          <p:nvPr/>
        </p:nvSpPr>
        <p:spPr>
          <a:xfrm>
            <a:off x="1613228" y="1762645"/>
            <a:ext cx="2304256" cy="12756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3200" dirty="0" smtClean="0"/>
              <a:t>Деякі можливі варіанти комплектацій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9033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5</a:t>
            </a:fld>
            <a:endParaRPr lang="ru-RU"/>
          </a:p>
        </p:txBody>
      </p:sp>
      <p:sp>
        <p:nvSpPr>
          <p:cNvPr id="3" name="Заголовок 7"/>
          <p:cNvSpPr txBox="1">
            <a:spLocks/>
          </p:cNvSpPr>
          <p:nvPr/>
        </p:nvSpPr>
        <p:spPr>
          <a:xfrm>
            <a:off x="1774059" y="188640"/>
            <a:ext cx="5616624" cy="7163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3200" dirty="0" smtClean="0"/>
              <a:t>Технологічні можливості фрезерної компоновки</a:t>
            </a:r>
            <a:endParaRPr lang="ru-RU" sz="3200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531147357"/>
              </p:ext>
            </p:extLst>
          </p:nvPr>
        </p:nvGraphicFramePr>
        <p:xfrm>
          <a:off x="827584" y="1052736"/>
          <a:ext cx="799288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490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6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547664" y="-21169"/>
            <a:ext cx="627504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Технологічні схеми складання фрезерної комплектації</a:t>
            </a:r>
            <a:endParaRPr lang="ru-RU" sz="3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27923"/>
            <a:ext cx="1806517" cy="3061442"/>
          </a:xfrm>
          <a:prstGeom prst="rect">
            <a:avLst/>
          </a:prstGeom>
          <a:ln w="38100" cap="sq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812" y="4152832"/>
            <a:ext cx="4040897" cy="2123901"/>
          </a:xfrm>
          <a:prstGeom prst="rect">
            <a:avLst/>
          </a:prstGeom>
          <a:ln w="38100" cap="sq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927923"/>
            <a:ext cx="1806517" cy="3061442"/>
          </a:xfrm>
          <a:prstGeom prst="rect">
            <a:avLst/>
          </a:prstGeom>
          <a:ln w="38100" cap="sq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927923"/>
            <a:ext cx="3893476" cy="3081028"/>
          </a:xfrm>
          <a:prstGeom prst="rect">
            <a:avLst/>
          </a:prstGeom>
          <a:ln w="38100" cap="sq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4044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916832"/>
            <a:ext cx="2400300" cy="2286000"/>
          </a:xfrm>
        </p:spPr>
        <p:txBody>
          <a:bodyPr>
            <a:normAutofit fontScale="90000"/>
          </a:bodyPr>
          <a:lstStyle/>
          <a:p>
            <a:pPr algn="ctr"/>
            <a:r>
              <a:rPr lang="uk-UA" dirty="0" smtClean="0"/>
              <a:t>Реальна модель фрезерної компоновки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26" y="3047093"/>
            <a:ext cx="2320734" cy="3557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120116"/>
            <a:ext cx="3919622" cy="2939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3059832"/>
            <a:ext cx="2658315" cy="3544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58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251520" y="1956599"/>
            <a:ext cx="2592288" cy="2286000"/>
          </a:xfrm>
        </p:spPr>
        <p:txBody>
          <a:bodyPr>
            <a:normAutofit/>
          </a:bodyPr>
          <a:lstStyle/>
          <a:p>
            <a:pPr algn="ctr"/>
            <a:r>
              <a:rPr lang="uk-UA" sz="3200" dirty="0" smtClean="0"/>
              <a:t>Спроектована</a:t>
            </a:r>
            <a:br>
              <a:rPr lang="uk-UA" sz="3200" dirty="0" smtClean="0"/>
            </a:br>
            <a:r>
              <a:rPr lang="uk-UA" sz="3200" dirty="0" smtClean="0"/>
              <a:t>просторова модель фрезерної компоновки</a:t>
            </a:r>
            <a:endParaRPr lang="ru-RU" sz="32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08693" y="151180"/>
            <a:ext cx="2835134" cy="2948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3099599"/>
            <a:ext cx="2861859" cy="3501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468" y="3099599"/>
            <a:ext cx="3210236" cy="3501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88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6"/>
          <p:cNvSpPr txBox="1">
            <a:spLocks/>
          </p:cNvSpPr>
          <p:nvPr/>
        </p:nvSpPr>
        <p:spPr>
          <a:xfrm>
            <a:off x="2915816" y="764704"/>
            <a:ext cx="2736304" cy="90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dirty="0" smtClean="0"/>
              <a:t>Підсумки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493537366"/>
              </p:ext>
            </p:extLst>
          </p:nvPr>
        </p:nvGraphicFramePr>
        <p:xfrm>
          <a:off x="1235968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791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842688" y="764370"/>
            <a:ext cx="5328592" cy="900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uk-UA" sz="4800" dirty="0"/>
              <a:t>Дякую Вам за увагу!</a:t>
            </a:r>
            <a:endParaRPr lang="ru-RU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4365104"/>
            <a:ext cx="34288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/>
              <a:t>Кафедра технології</a:t>
            </a:r>
          </a:p>
          <a:p>
            <a:r>
              <a:rPr lang="uk-UA" sz="2400" dirty="0"/>
              <a:t>машинобудування,</a:t>
            </a:r>
          </a:p>
          <a:p>
            <a:r>
              <a:rPr lang="uk-UA" sz="2400" dirty="0"/>
              <a:t>верстатів та інструментів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788024" y="4365104"/>
            <a:ext cx="38902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/>
              <a:t>вул. Римського-Корсакова, 2</a:t>
            </a:r>
          </a:p>
          <a:p>
            <a:r>
              <a:rPr lang="uk-UA" sz="2400" dirty="0"/>
              <a:t>м. Суми, 40007</a:t>
            </a:r>
          </a:p>
          <a:p>
            <a:r>
              <a:rPr lang="uk-UA" sz="2400" dirty="0"/>
              <a:t>Тел. 0542-68-78-52</a:t>
            </a:r>
            <a:endParaRPr lang="ru-RU" sz="24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C4F-1312-48D8-85FD-3FE9E6619072}" type="slidenum">
              <a:rPr lang="ru-RU" smtClean="0"/>
              <a:t>10</a:t>
            </a:fld>
            <a:endParaRPr lang="ru-RU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04" y="116632"/>
            <a:ext cx="2157413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196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e3ecf81d98d1104a4dfb88d57a41327998eb3fba"/>
</p:tagLst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430</TotalTime>
  <Words>232</Words>
  <Application>Microsoft Office PowerPoint</Application>
  <PresentationFormat>Экран (4:3)</PresentationFormat>
  <Paragraphs>62</Paragraphs>
  <Slides>10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Ретро</vt:lpstr>
      <vt:lpstr>Презентация PowerPoint</vt:lpstr>
      <vt:lpstr>Мета та задачі дослідження</vt:lpstr>
      <vt:lpstr>Приклад проектування верстату на основі широкої номенклатури </vt:lpstr>
      <vt:lpstr>Презентация PowerPoint</vt:lpstr>
      <vt:lpstr>Презентация PowerPoint</vt:lpstr>
      <vt:lpstr>Презентация PowerPoint</vt:lpstr>
      <vt:lpstr>Реальна модель фрезерної компоновки</vt:lpstr>
      <vt:lpstr>Спроектована просторова модель фрезерної компоновки</vt:lpstr>
      <vt:lpstr>Презентация PowerPoint</vt:lpstr>
      <vt:lpstr>Дякую Вам за увагу!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creator>Юра</dc:creator>
  <cp:lastModifiedBy>PatapoIIIka</cp:lastModifiedBy>
  <cp:revision>54</cp:revision>
  <dcterms:created xsi:type="dcterms:W3CDTF">2016-08-26T18:20:25Z</dcterms:created>
  <dcterms:modified xsi:type="dcterms:W3CDTF">2021-04-21T21:47:37Z</dcterms:modified>
</cp:coreProperties>
</file>